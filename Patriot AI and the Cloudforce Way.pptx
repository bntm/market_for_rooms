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6"/>
  </p:notesMasterIdLst>
  <p:handoutMasterIdLst>
    <p:handoutMasterId r:id="rId17"/>
  </p:handoutMasterIdLst>
  <p:sldIdLst>
    <p:sldId id="257" r:id="rId5"/>
    <p:sldId id="2147481275" r:id="rId6"/>
    <p:sldId id="2147483474" r:id="rId7"/>
    <p:sldId id="2147483482" r:id="rId8"/>
    <p:sldId id="2445" r:id="rId9"/>
    <p:sldId id="2749" r:id="rId10"/>
    <p:sldId id="2147470871" r:id="rId11"/>
    <p:sldId id="2147483483" r:id="rId12"/>
    <p:sldId id="2147483484" r:id="rId13"/>
    <p:sldId id="2147483485" r:id="rId14"/>
    <p:sldId id="2147483479" r:id="rId15"/>
  </p:sldIdLst>
  <p:sldSz cx="9144000" cy="5143500" type="screen16x9"/>
  <p:notesSz cx="6954838" cy="9240838"/>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189330-73D6-E007-3575-AAD7925C7179}" name="Kamal Cunningham" initials="KC" userId="S::kcunningham@gocloudforce.com::e6ef4552-cf39-4e4e-a147-a1abd5385fba" providerId="AD"/>
  <p188:author id="{98C97648-B308-8A46-B048-B84A1E674010}" name="Chad Kearsley" initials="CK" userId="S::ckearsley@gocloudforce.com::a68d3584-ca0e-4052-ba9f-7795c56d019b" providerId="AD"/>
  <p188:author id="{368F686D-D01E-711B-CA5C-F667B16A776B}" name="Husein Sharaf" initials="HS" userId="S::hsharaf@gocloudforce.com::d91fc487-f9a3-4c69-a5db-d58b659f83d2" providerId="AD"/>
  <p188:author id="{AE18AE9A-567E-E780-22CD-BFAC7DA9B9B9}" name="Katie Bates" initials="KB" userId="S::kbates@gocloudforce.com::c1b78534-94ab-48b9-8aff-9b46abcdb6d1" providerId="AD"/>
  <p188:author id="{B38600B0-8B22-6554-E919-55277215D476}" name="Anna Harding" initials="AH" userId="S::aharding@gocloudforce.com::fe3585cc-f508-4f4e-b0b8-3b92cf95046b" providerId="AD"/>
  <p188:author id="{102371E0-941C-5718-5EF0-7FDCC56204E1}" name="Rich Wood" initials="RW" userId="S::rwood@gocloudforce.com::ecfb6cf3-4eb8-4759-8989-4ae0c16872b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CBF9"/>
    <a:srgbClr val="357A9C"/>
    <a:srgbClr val="2958BD"/>
    <a:srgbClr val="69698C"/>
    <a:srgbClr val="503D79"/>
    <a:srgbClr val="624C95"/>
    <a:srgbClr val="333333"/>
    <a:srgbClr val="424242"/>
    <a:srgbClr val="171C30"/>
    <a:srgbClr val="A595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AA9B68-EB10-4CBC-AFE0-DDEA65588555}" v="135" dt="2026-02-14T16:28:26.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59" autoAdjust="0"/>
    <p:restoredTop sz="94660"/>
  </p:normalViewPr>
  <p:slideViewPr>
    <p:cSldViewPr snapToGrid="0">
      <p:cViewPr>
        <p:scale>
          <a:sx n="133" d="100"/>
          <a:sy n="133" d="100"/>
        </p:scale>
        <p:origin x="64" y="2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al Cunningham" userId="e6ef4552-cf39-4e4e-a147-a1abd5385fba" providerId="ADAL" clId="{80A86932-942D-42E3-AA6E-905EC1BB43A3}"/>
    <pc:docChg chg="addSld modSld">
      <pc:chgData name="Kamal Cunningham" userId="e6ef4552-cf39-4e4e-a147-a1abd5385fba" providerId="ADAL" clId="{80A86932-942D-42E3-AA6E-905EC1BB43A3}" dt="2026-02-14T16:28:59.444" v="14" actId="1076"/>
      <pc:docMkLst>
        <pc:docMk/>
      </pc:docMkLst>
      <pc:sldChg chg="modSp mod">
        <pc:chgData name="Kamal Cunningham" userId="e6ef4552-cf39-4e4e-a147-a1abd5385fba" providerId="ADAL" clId="{80A86932-942D-42E3-AA6E-905EC1BB43A3}" dt="2026-02-14T16:28:50.012" v="13" actId="113"/>
        <pc:sldMkLst>
          <pc:docMk/>
          <pc:sldMk cId="2838946128" sldId="2147481275"/>
        </pc:sldMkLst>
        <pc:spChg chg="mod">
          <ac:chgData name="Kamal Cunningham" userId="e6ef4552-cf39-4e4e-a147-a1abd5385fba" providerId="ADAL" clId="{80A86932-942D-42E3-AA6E-905EC1BB43A3}" dt="2026-02-14T16:28:50.012" v="13" actId="113"/>
          <ac:spMkLst>
            <pc:docMk/>
            <pc:sldMk cId="2838946128" sldId="2147481275"/>
            <ac:spMk id="5" creationId="{AB5DCC51-71B5-BADF-061E-D972DA219BBD}"/>
          </ac:spMkLst>
        </pc:spChg>
      </pc:sldChg>
      <pc:sldChg chg="modSp mod">
        <pc:chgData name="Kamal Cunningham" userId="e6ef4552-cf39-4e4e-a147-a1abd5385fba" providerId="ADAL" clId="{80A86932-942D-42E3-AA6E-905EC1BB43A3}" dt="2026-02-14T16:28:59.444" v="14" actId="1076"/>
        <pc:sldMkLst>
          <pc:docMk/>
          <pc:sldMk cId="765246966" sldId="2147483474"/>
        </pc:sldMkLst>
        <pc:spChg chg="mod">
          <ac:chgData name="Kamal Cunningham" userId="e6ef4552-cf39-4e4e-a147-a1abd5385fba" providerId="ADAL" clId="{80A86932-942D-42E3-AA6E-905EC1BB43A3}" dt="2026-02-14T16:28:59.444" v="14" actId="1076"/>
          <ac:spMkLst>
            <pc:docMk/>
            <pc:sldMk cId="765246966" sldId="2147483474"/>
            <ac:spMk id="4" creationId="{A30C580F-1EDF-A7CC-A363-0AA87C7E1FC2}"/>
          </ac:spMkLst>
        </pc:spChg>
      </pc:sldChg>
      <pc:sldChg chg="modSp mod">
        <pc:chgData name="Kamal Cunningham" userId="e6ef4552-cf39-4e4e-a147-a1abd5385fba" providerId="ADAL" clId="{80A86932-942D-42E3-AA6E-905EC1BB43A3}" dt="2026-02-14T16:28:36.848" v="12" actId="1076"/>
        <pc:sldMkLst>
          <pc:docMk/>
          <pc:sldMk cId="1279697334" sldId="2147483484"/>
        </pc:sldMkLst>
        <pc:spChg chg="mod">
          <ac:chgData name="Kamal Cunningham" userId="e6ef4552-cf39-4e4e-a147-a1abd5385fba" providerId="ADAL" clId="{80A86932-942D-42E3-AA6E-905EC1BB43A3}" dt="2026-02-14T16:28:36.848" v="12" actId="1076"/>
          <ac:spMkLst>
            <pc:docMk/>
            <pc:sldMk cId="1279697334" sldId="2147483484"/>
            <ac:spMk id="8" creationId="{D317511D-24C9-75D8-AC95-46E713848160}"/>
          </ac:spMkLst>
        </pc:spChg>
      </pc:sldChg>
      <pc:sldChg chg="modSp add mod">
        <pc:chgData name="Kamal Cunningham" userId="e6ef4552-cf39-4e4e-a147-a1abd5385fba" providerId="ADAL" clId="{80A86932-942D-42E3-AA6E-905EC1BB43A3}" dt="2026-02-14T16:28:30.314" v="11" actId="1076"/>
        <pc:sldMkLst>
          <pc:docMk/>
          <pc:sldMk cId="1647876300" sldId="2147483485"/>
        </pc:sldMkLst>
        <pc:spChg chg="mod">
          <ac:chgData name="Kamal Cunningham" userId="e6ef4552-cf39-4e4e-a147-a1abd5385fba" providerId="ADAL" clId="{80A86932-942D-42E3-AA6E-905EC1BB43A3}" dt="2026-02-14T16:28:30.314" v="11" actId="1076"/>
          <ac:spMkLst>
            <pc:docMk/>
            <pc:sldMk cId="1647876300" sldId="2147483485"/>
            <ac:spMk id="8" creationId="{C10F6FE3-C07B-E09B-C0C0-4E05AD4B22F0}"/>
          </ac:spMkLst>
        </pc:spChg>
        <pc:picChg chg="mod">
          <ac:chgData name="Kamal Cunningham" userId="e6ef4552-cf39-4e4e-a147-a1abd5385fba" providerId="ADAL" clId="{80A86932-942D-42E3-AA6E-905EC1BB43A3}" dt="2026-02-14T16:28:26.024" v="10" actId="14826"/>
          <ac:picMkLst>
            <pc:docMk/>
            <pc:sldMk cId="1647876300" sldId="2147483485"/>
            <ac:picMk id="3" creationId="{B6827747-11B6-4032-A070-95954C156B5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endParaRPr lang="en-US" dirty="0"/>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fld id="{6CF01BD6-766B-4D19-B75E-7E6A037A6BFB}" type="datetimeFigureOut">
              <a:rPr lang="en-US" smtClean="0"/>
              <a:t>2/13/2026</a:t>
            </a:fld>
            <a:endParaRPr lang="en-US" dirty="0"/>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fld id="{F31302AA-81B1-4225-BC36-6DD3E8E98722}" type="slidenum">
              <a:rPr lang="en-US" smtClean="0"/>
              <a:t>‹#›</a:t>
            </a:fld>
            <a:endParaRPr lang="en-US" dirty="0"/>
          </a:p>
        </p:txBody>
      </p:sp>
    </p:spTree>
    <p:extLst>
      <p:ext uri="{BB962C8B-B14F-4D97-AF65-F5344CB8AC3E}">
        <p14:creationId xmlns:p14="http://schemas.microsoft.com/office/powerpoint/2010/main" val="38888448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a:lvl1pPr>
          </a:lstStyle>
          <a:p>
            <a:fld id="{E98D3C34-4FAE-4634-9621-7C1A1531823B}" type="datetimeFigureOut">
              <a:rPr lang="en-US" smtClean="0"/>
              <a:t>2/13/2026</a:t>
            </a:fld>
            <a:endParaRPr lang="en-US" dirty="0"/>
          </a:p>
        </p:txBody>
      </p:sp>
      <p:sp>
        <p:nvSpPr>
          <p:cNvPr id="4" name="Slide Image Placeholder 3"/>
          <p:cNvSpPr>
            <a:spLocks noGrp="1" noRot="1" noChangeAspect="1"/>
          </p:cNvSpPr>
          <p:nvPr>
            <p:ph type="sldImg" idx="2"/>
          </p:nvPr>
        </p:nvSpPr>
        <p:spPr>
          <a:xfrm>
            <a:off x="706438" y="1155700"/>
            <a:ext cx="5541962" cy="3117850"/>
          </a:xfrm>
          <a:prstGeom prst="rect">
            <a:avLst/>
          </a:prstGeom>
          <a:noFill/>
          <a:ln w="12700">
            <a:solidFill>
              <a:prstClr val="black"/>
            </a:solidFill>
          </a:ln>
        </p:spPr>
        <p:txBody>
          <a:bodyPr vert="horz" lIns="92546" tIns="46273" rIns="92546" bIns="46273" rtlCol="0" anchor="ctr"/>
          <a:lstStyle/>
          <a:p>
            <a:endParaRPr lang="en-US" dirty="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a:lvl1pPr>
          </a:lstStyle>
          <a:p>
            <a:fld id="{FA5D1758-ED3D-4611-B861-63A1DF032208}" type="slidenum">
              <a:rPr lang="en-US" smtClean="0"/>
              <a:t>‹#›</a:t>
            </a:fld>
            <a:endParaRPr lang="en-US" dirty="0"/>
          </a:p>
        </p:txBody>
      </p:sp>
    </p:spTree>
    <p:extLst>
      <p:ext uri="{BB962C8B-B14F-4D97-AF65-F5344CB8AC3E}">
        <p14:creationId xmlns:p14="http://schemas.microsoft.com/office/powerpoint/2010/main" val="1990456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43D80E-B705-4D86-95B0-81BABF281A4C}" type="slidenum">
              <a:rPr lang="en-US" smtClean="0"/>
              <a:t>1</a:t>
            </a:fld>
            <a:endParaRPr lang="en-US"/>
          </a:p>
        </p:txBody>
      </p:sp>
    </p:spTree>
    <p:extLst>
      <p:ext uri="{BB962C8B-B14F-4D97-AF65-F5344CB8AC3E}">
        <p14:creationId xmlns:p14="http://schemas.microsoft.com/office/powerpoint/2010/main" val="1700380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an Azure-based chatbot solution to aid the admissions department</a:t>
            </a:r>
          </a:p>
          <a:p>
            <a:r>
              <a:rPr lang="en-US"/>
              <a:t>- The bot should be aware of current information</a:t>
            </a:r>
          </a:p>
          <a:p>
            <a:r>
              <a:rPr lang="en-US"/>
              <a:t>- ChatGPT3.5 was updated last in April 2023, so it may not know about current information.  TEACH IT!</a:t>
            </a:r>
          </a:p>
          <a:p>
            <a:r>
              <a:rPr lang="en-US" b="1"/>
              <a:t>- YOU decide how to complete this task but we will give you some pieces to build upon and give you some assistance out of the gate to help guide you in the right direction.</a:t>
            </a:r>
          </a:p>
        </p:txBody>
      </p:sp>
      <p:sp>
        <p:nvSpPr>
          <p:cNvPr id="4" name="Slide Number Placeholder 3"/>
          <p:cNvSpPr>
            <a:spLocks noGrp="1"/>
          </p:cNvSpPr>
          <p:nvPr>
            <p:ph type="sldNum" sz="quarter" idx="5"/>
          </p:nvPr>
        </p:nvSpPr>
        <p:spPr/>
        <p:txBody>
          <a:bodyPr/>
          <a:lstStyle/>
          <a:p>
            <a:fld id="{FA5D1758-ED3D-4611-B861-63A1DF032208}" type="slidenum">
              <a:rPr lang="en-US" smtClean="0"/>
              <a:t>2</a:t>
            </a:fld>
            <a:endParaRPr lang="en-US"/>
          </a:p>
        </p:txBody>
      </p:sp>
    </p:spTree>
    <p:extLst>
      <p:ext uri="{BB962C8B-B14F-4D97-AF65-F5344CB8AC3E}">
        <p14:creationId xmlns:p14="http://schemas.microsoft.com/office/powerpoint/2010/main" val="4003847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5B23C-1D3B-D88C-C878-8738F65AB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BEFE2-2309-3AA0-E8E5-392843409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48DBF-E91F-72C7-0611-EBDFA3C23E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B43F57-1320-F331-A179-A953A51F08C3}"/>
              </a:ext>
            </a:extLst>
          </p:cNvPr>
          <p:cNvSpPr>
            <a:spLocks noGrp="1"/>
          </p:cNvSpPr>
          <p:nvPr>
            <p:ph type="sldNum" sz="quarter" idx="5"/>
          </p:nvPr>
        </p:nvSpPr>
        <p:spPr/>
        <p:txBody>
          <a:bodyPr/>
          <a:lstStyle/>
          <a:p>
            <a:fld id="{BD9C3A12-1E0F-412B-B376-8089A55D946C}" type="slidenum">
              <a:rPr lang="uk-UA" smtClean="0"/>
              <a:pPr/>
              <a:t>3</a:t>
            </a:fld>
            <a:endParaRPr lang="uk-UA"/>
          </a:p>
        </p:txBody>
      </p:sp>
    </p:spTree>
    <p:extLst>
      <p:ext uri="{BB962C8B-B14F-4D97-AF65-F5344CB8AC3E}">
        <p14:creationId xmlns:p14="http://schemas.microsoft.com/office/powerpoint/2010/main" val="1388472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Again, we do work very closely with a number of colleges and universities across the United States and Europe and see that we are a pivotal moment in time with a unique opportunity to redefine education and research. </a:t>
            </a:r>
          </a:p>
          <a:p>
            <a:endParaRPr lang="en-US"/>
          </a:p>
          <a:p>
            <a:r>
              <a:rPr lang="en-US"/>
              <a:t>There are a few areas where we saw commonalities amongst many of our customers, things like offering personalized education for students, using things like tutor bots.</a:t>
            </a:r>
          </a:p>
          <a:p>
            <a:endParaRPr lang="en-US"/>
          </a:p>
          <a:p>
            <a:r>
              <a:rPr lang="en-US"/>
              <a:t>Improving engagement with AI powered tools, so things like powering admissions through AI interfaces that would help students to answer their questions.</a:t>
            </a:r>
          </a:p>
          <a:p>
            <a:endParaRPr lang="en-US"/>
          </a:p>
          <a:p>
            <a:r>
              <a:rPr lang="en-US"/>
              <a:t>Supporting faculty with Advanced Research capabilities. Many of the universities that we work with have very large research organizations within them, and they're looking to leverage large corpus of data for all sorts of things within their research, often with sensitive or proprietary data sets. We also support researchers by allowing them to continue to work within their own chosen system and provide direct API access to LLMs.</a:t>
            </a:r>
          </a:p>
          <a:p>
            <a:endParaRPr lang="en-US"/>
          </a:p>
          <a:p>
            <a:r>
              <a:rPr lang="en-US"/>
              <a:t>Reducing administrative burden of repetitive tasks. So this is more sort of staff and faculty focused. What are the things that they're doing constantly every day that we can potentially automate or provide agents that could take some or all of the burden off of the staff member to do these repetitive tasks?</a:t>
            </a:r>
          </a:p>
          <a:p>
            <a:endParaRPr lang="en-US"/>
          </a:p>
          <a:p>
            <a:r>
              <a:rPr lang="en-US"/>
              <a:t>Ensuring graduates are equipped with skills they need. This is becoming more and more of an ask from the students themselves wanting to understand how their university is integrating Gen. AI into their curriculum and into their experience as students. I think most of us recognize that in the working world, we’ll be expected to have not only familiarity, but proficiency with these tools. And so the earlier that they can get meaningfully engaged with them, the better.</a:t>
            </a:r>
          </a:p>
          <a:p>
            <a:endParaRPr lang="en-US"/>
          </a:p>
          <a:p>
            <a:r>
              <a:rPr lang="en-US"/>
              <a:t>And then lastly, how does the university itself maintain its own competitive advantage and attract really top talent with a number of universities now making a fairly big splash with their own Geni platforms and their own Geni strategies? It's becoming more and more of a necessity that every university have a really public face and well thought out Geni strategy.</a:t>
            </a:r>
          </a:p>
          <a:p>
            <a:endParaRPr lang="en-US"/>
          </a:p>
          <a:p>
            <a:endParaRPr lang="en-US"/>
          </a:p>
        </p:txBody>
      </p:sp>
      <p:sp>
        <p:nvSpPr>
          <p:cNvPr id="4" name="Slide Number Placeholder 3"/>
          <p:cNvSpPr>
            <a:spLocks noGrp="1"/>
          </p:cNvSpPr>
          <p:nvPr>
            <p:ph type="sldNum" sz="quarter" idx="5"/>
          </p:nvPr>
        </p:nvSpPr>
        <p:spPr/>
        <p:txBody>
          <a:bodyPr/>
          <a:lstStyle/>
          <a:p>
            <a:fld id="{BD9C3A12-1E0F-412B-B376-8089A55D946C}" type="slidenum">
              <a:rPr lang="uk-UA" smtClean="0"/>
              <a:pPr/>
              <a:t>6</a:t>
            </a:fld>
            <a:endParaRPr lang="uk-UA"/>
          </a:p>
        </p:txBody>
      </p:sp>
    </p:spTree>
    <p:extLst>
      <p:ext uri="{BB962C8B-B14F-4D97-AF65-F5344CB8AC3E}">
        <p14:creationId xmlns:p14="http://schemas.microsoft.com/office/powerpoint/2010/main" val="3044098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effectLst/>
              <a:latin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Segoe UI" panose="020B0502040204020203" pitchFamily="34" charset="0"/>
              </a:rPr>
              <a:t>With other platforms, you're pretty much stuck with their models. However, w</a:t>
            </a:r>
            <a:r>
              <a:rPr lang="en-US" sz="1200">
                <a:solidFill>
                  <a:srgbClr val="323130"/>
                </a:solidFill>
                <a:effectLst/>
                <a:latin typeface="Segoe UI" panose="020B0502040204020203" pitchFamily="34" charset="0"/>
              </a:rPr>
              <a:t>ith n1ai, you can ostensibly pull in any model that Microsoft makes available through the models of the service API. So we have access to all of the models in the Azure catalog </a:t>
            </a:r>
            <a:r>
              <a:rPr lang="en-US"/>
              <a:t>as well as </a:t>
            </a:r>
            <a:r>
              <a:rPr lang="en-US" err="1"/>
              <a:t>Anthropic’s</a:t>
            </a:r>
            <a:r>
              <a:rPr lang="en-US"/>
              <a:t> Claude models. Very soon we will have the Gemini models available as well. So you have the flexibility to really pull in any model for different use cases and you can mix and match models for different purposes.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indent="-171450" rtl="0" fontAlgn="ctr">
              <a:spcBef>
                <a:spcPts val="0"/>
              </a:spcBef>
              <a:spcAft>
                <a:spcPts val="0"/>
              </a:spcAft>
              <a:buFont typeface="Arial" panose="020B0604020202020204" pitchFamily="34" charset="0"/>
              <a:buChar char="•"/>
            </a:pPr>
            <a:r>
              <a:rPr lang="en-US" sz="1200">
                <a:solidFill>
                  <a:srgbClr val="323130"/>
                </a:solidFill>
                <a:effectLst/>
                <a:latin typeface="Segoe UI" panose="020B0502040204020203" pitchFamily="34" charset="0"/>
              </a:rPr>
              <a:t>The cost of </a:t>
            </a:r>
            <a:r>
              <a:rPr lang="en-US" sz="1200" err="1">
                <a:solidFill>
                  <a:srgbClr val="323130"/>
                </a:solidFill>
                <a:effectLst/>
                <a:latin typeface="Segoe UI" panose="020B0502040204020203" pitchFamily="34" charset="0"/>
              </a:rPr>
              <a:t>nebulaONE</a:t>
            </a:r>
            <a:r>
              <a:rPr lang="en-US" sz="1200">
                <a:solidFill>
                  <a:srgbClr val="323130"/>
                </a:solidFill>
                <a:effectLst/>
                <a:latin typeface="Segoe UI" panose="020B0502040204020203" pitchFamily="34" charset="0"/>
              </a:rPr>
              <a:t> is entirely driven by the token consumption of the tool and the underlying infrastructure. So, there is no per user per month licensing fee, which means that you could provide access to every user on campus and users who don’t log in would cost you nothing.</a:t>
            </a:r>
          </a:p>
          <a:p>
            <a:pPr marL="628650" lvl="1" indent="-171450" rtl="0" fontAlgn="ctr">
              <a:spcBef>
                <a:spcPts val="0"/>
              </a:spcBef>
              <a:spcAft>
                <a:spcPts val="0"/>
              </a:spcAft>
              <a:buFont typeface="Arial" panose="020B0604020202020204" pitchFamily="34" charset="0"/>
              <a:buChar char="•"/>
            </a:pPr>
            <a:r>
              <a:rPr lang="en-US" sz="1200">
                <a:solidFill>
                  <a:srgbClr val="323130"/>
                </a:solidFill>
                <a:effectLst/>
                <a:latin typeface="Segoe UI" panose="020B0502040204020203" pitchFamily="34" charset="0"/>
              </a:rPr>
              <a:t>It’s worth noting that there were some initial concerns from customers about a consumption based tool. We heard those concerns and have actually built in the ability to limit token consumption by user per month or per agent per month. This way you’re able to control costs and stay within your predetermined budget. </a:t>
            </a:r>
          </a:p>
          <a:p>
            <a:pPr rtl="0" fontAlgn="ctr">
              <a:spcBef>
                <a:spcPts val="0"/>
              </a:spcBef>
              <a:spcAft>
                <a:spcPts val="0"/>
              </a:spcAft>
              <a:buFont typeface="Arial" panose="020B0604020202020204" pitchFamily="34" charset="0"/>
              <a:buChar char="•"/>
            </a:pPr>
            <a:endParaRPr lang="en-US" sz="1200">
              <a:solidFill>
                <a:srgbClr val="323130"/>
              </a:solidFill>
              <a:effectLst/>
              <a:latin typeface="Segoe UI" panose="020B0502040204020203" pitchFamily="34" charset="0"/>
            </a:endParaRP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b="0" err="1">
                <a:solidFill>
                  <a:srgbClr val="323130"/>
                </a:solidFill>
                <a:effectLst/>
                <a:latin typeface="Segoe UI" panose="020B0502040204020203" pitchFamily="34" charset="0"/>
              </a:rPr>
              <a:t>nebulaONE</a:t>
            </a:r>
            <a:r>
              <a:rPr lang="en-US" sz="1200" b="0">
                <a:solidFill>
                  <a:srgbClr val="323130"/>
                </a:solidFill>
                <a:effectLst/>
                <a:latin typeface="Segoe UI" panose="020B0502040204020203" pitchFamily="34" charset="0"/>
              </a:rPr>
              <a:t> deploys and orchestrates all of the infrastructure and models required for you, which means that you don't necessarily need a team of Azure engineers and developers to deploy models or build AI agents.</a:t>
            </a: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en-US" sz="1200" b="0">
              <a:solidFill>
                <a:srgbClr val="323130"/>
              </a:solidFill>
              <a:effectLst/>
              <a:latin typeface="Segoe UI" panose="020B0502040204020203" pitchFamily="34" charset="0"/>
            </a:endParaRPr>
          </a:p>
          <a:p>
            <a:pPr marL="171450" marR="0" indent="-171450">
              <a:spcBef>
                <a:spcPts val="0"/>
              </a:spcBef>
              <a:spcAft>
                <a:spcPts val="0"/>
              </a:spcAft>
              <a:buFont typeface="Arial" panose="020B0604020202020204" pitchFamily="34" charset="0"/>
              <a:buChar char="•"/>
            </a:pPr>
            <a:r>
              <a:rPr lang="en-US" sz="1200" b="0">
                <a:solidFill>
                  <a:srgbClr val="323130"/>
                </a:solidFill>
                <a:effectLst/>
                <a:latin typeface="Segoe UI" panose="020B0502040204020203" pitchFamily="34" charset="0"/>
              </a:rPr>
              <a:t>It's deployed completely privately within each university's own Azure tenant. So this means that we don't actually have any access to the data or the information that's shared with it. </a:t>
            </a:r>
            <a:r>
              <a:rPr lang="en-US" sz="1200">
                <a:solidFill>
                  <a:srgbClr val="323130"/>
                </a:solidFill>
                <a:effectLst/>
                <a:latin typeface="Segoe UI" panose="020B0502040204020203" pitchFamily="34" charset="0"/>
              </a:rPr>
              <a:t>Some of the things that we like to point out is that because it lives within your environment, you can actually work with private and sensitive information- because it sits behind your existing compliance boundary. All of the underlying services that run the application are already HIPAA compliant from Microsoft, and we’ve gone through the process of having the application layer audited for HIPAA and Soc2 compliance. </a:t>
            </a:r>
            <a:endParaRPr lang="en-US" sz="1200" b="0">
              <a:solidFill>
                <a:srgbClr val="323130"/>
              </a:solidFill>
              <a:effectLst/>
              <a:latin typeface="Segoe UI" panose="020B0502040204020203" pitchFamily="34" charset="0"/>
            </a:endParaRPr>
          </a:p>
          <a:p>
            <a:pPr rtl="0" fontAlgn="ctr">
              <a:spcBef>
                <a:spcPts val="0"/>
              </a:spcBef>
              <a:spcAft>
                <a:spcPts val="0"/>
              </a:spcAft>
              <a:buFont typeface="Arial" panose="020B0604020202020204" pitchFamily="34" charset="0"/>
              <a:buNone/>
            </a:pPr>
            <a:endParaRPr lang="en-US" sz="1200" b="0">
              <a:solidFill>
                <a:srgbClr val="323130"/>
              </a:solidFill>
              <a:effectLst/>
              <a:latin typeface="Calibri" panose="020F0502020204030204" pitchFamily="34" charset="0"/>
            </a:endParaRPr>
          </a:p>
          <a:p>
            <a:pPr marL="171450" indent="-171450" rtl="0" fontAlgn="ctr">
              <a:spcBef>
                <a:spcPts val="0"/>
              </a:spcBef>
              <a:spcAft>
                <a:spcPts val="0"/>
              </a:spcAft>
              <a:buFont typeface="Arial" panose="020B0604020202020204" pitchFamily="34" charset="0"/>
              <a:buChar char="•"/>
            </a:pPr>
            <a:r>
              <a:rPr lang="en-US" sz="1200" b="0">
                <a:solidFill>
                  <a:srgbClr val="323130"/>
                </a:solidFill>
                <a:effectLst/>
                <a:latin typeface="Segoe UI" panose="020B0502040204020203" pitchFamily="34" charset="0"/>
              </a:rPr>
              <a:t>It’s completely self isolated in your own Azure tenant and it's also grounded in your unique data sets. So if you have data in Azure that you want to bring in to a conversation, it's easy to do that as well as now we're bringing in data from other data sources.</a:t>
            </a:r>
          </a:p>
          <a:p>
            <a:pPr marL="171450" indent="-171450" rtl="0" fontAlgn="ctr">
              <a:spcBef>
                <a:spcPts val="0"/>
              </a:spcBef>
              <a:spcAft>
                <a:spcPts val="0"/>
              </a:spcAft>
              <a:buFont typeface="Arial" panose="020B0604020202020204" pitchFamily="34" charset="0"/>
              <a:buChar char="•"/>
            </a:pPr>
            <a:endParaRPr lang="en-US" sz="1200" b="0">
              <a:solidFill>
                <a:srgbClr val="323130"/>
              </a:solidFill>
              <a:effectLst/>
              <a:latin typeface="Segoe UI" panose="020B0502040204020203" pitchFamily="34" charset="0"/>
            </a:endParaRP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rgbClr val="323130"/>
                </a:solidFill>
                <a:effectLst/>
                <a:latin typeface="Segoe UI" panose="020B0502040204020203" pitchFamily="34" charset="0"/>
              </a:rPr>
              <a:t>For the end user, it does look and feel a lot like a ChatGPT enterprise experience. That was intentional because we wanted to make it simple for people to pick up and use. At this point most have used ChatGPT and so there is a familiarity with that UI. </a:t>
            </a:r>
          </a:p>
          <a:p>
            <a:pPr marL="171450" indent="-171450" rtl="0" fontAlgn="ctr">
              <a:spcBef>
                <a:spcPts val="0"/>
              </a:spcBef>
              <a:spcAft>
                <a:spcPts val="0"/>
              </a:spcAft>
              <a:buFont typeface="Arial" panose="020B0604020202020204" pitchFamily="34" charset="0"/>
              <a:buChar char="•"/>
            </a:pPr>
            <a:endParaRPr lang="en-US" sz="1200" b="0">
              <a:solidFill>
                <a:srgbClr val="323130"/>
              </a:solidFill>
              <a:effectLst/>
              <a:latin typeface="Segoe UI" panose="020B0502040204020203" pitchFamily="34" charset="0"/>
            </a:endParaRPr>
          </a:p>
          <a:p>
            <a:pPr marL="171450" indent="-171450" rtl="0" fontAlgn="ctr">
              <a:spcBef>
                <a:spcPts val="0"/>
              </a:spcBef>
              <a:spcAft>
                <a:spcPts val="0"/>
              </a:spcAft>
              <a:buFont typeface="Arial" panose="020B0604020202020204" pitchFamily="34" charset="0"/>
              <a:buChar char="•"/>
            </a:pPr>
            <a:endParaRPr lang="en-US" sz="1200" b="0">
              <a:solidFill>
                <a:srgbClr val="323130"/>
              </a:solidFill>
              <a:effectLst/>
              <a:latin typeface="Calibri" panose="020F0502020204030204" pitchFamily="34" charset="0"/>
            </a:endParaRP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en-US" sz="1200" b="0">
              <a:solidFill>
                <a:srgbClr val="323130"/>
              </a:solidFill>
              <a:effectLst/>
              <a:latin typeface="Calibri" panose="020F0502020204030204" pitchFamily="34" charset="0"/>
            </a:endParaRPr>
          </a:p>
          <a:p>
            <a:pPr rtl="0" fontAlgn="ctr">
              <a:spcBef>
                <a:spcPts val="0"/>
              </a:spcBef>
              <a:spcAft>
                <a:spcPts val="0"/>
              </a:spcAft>
              <a:buFont typeface="Arial" panose="020B0604020202020204" pitchFamily="34" charset="0"/>
              <a:buChar char="•"/>
            </a:pPr>
            <a:endParaRPr lang="en-US" sz="1200">
              <a:solidFill>
                <a:srgbClr val="323130"/>
              </a:solidFill>
              <a:effectLst/>
              <a:latin typeface="Segoe UI" panose="020B0502040204020203" pitchFamily="34" charset="0"/>
            </a:endParaRPr>
          </a:p>
          <a:p>
            <a:pPr rtl="0" fontAlgn="ctr">
              <a:spcBef>
                <a:spcPts val="0"/>
              </a:spcBef>
              <a:spcAft>
                <a:spcPts val="0"/>
              </a:spcAft>
              <a:buFont typeface="Arial" panose="020B0604020202020204" pitchFamily="34" charset="0"/>
              <a:buChar char="•"/>
            </a:pPr>
            <a:endParaRPr lang="en-US" sz="1200">
              <a:solidFill>
                <a:srgbClr val="323130"/>
              </a:solidFill>
              <a:effectLst/>
              <a:latin typeface="Segoe UI" panose="020B0502040204020203" pitchFamily="34" charset="0"/>
            </a:endParaRPr>
          </a:p>
          <a:p>
            <a:pPr rtl="0" fontAlgn="ctr">
              <a:spcBef>
                <a:spcPts val="0"/>
              </a:spcBef>
              <a:spcAft>
                <a:spcPts val="0"/>
              </a:spcAft>
              <a:buFont typeface="Arial" panose="020B0604020202020204" pitchFamily="34" charset="0"/>
              <a:buChar char="•"/>
            </a:pPr>
            <a:endParaRPr lang="en-US" sz="1200">
              <a:solidFill>
                <a:srgbClr val="323130"/>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effectLst/>
              <a:latin typeface="Calibri" panose="020F0502020204030204" pitchFamily="34" charset="0"/>
            </a:endParaRPr>
          </a:p>
          <a:p>
            <a:endParaRPr lang="en-US"/>
          </a:p>
          <a:p>
            <a:endParaRPr lang="en-US"/>
          </a:p>
        </p:txBody>
      </p:sp>
      <p:sp>
        <p:nvSpPr>
          <p:cNvPr id="4" name="Slide Number Placeholder 3"/>
          <p:cNvSpPr>
            <a:spLocks noGrp="1"/>
          </p:cNvSpPr>
          <p:nvPr>
            <p:ph type="sldNum" sz="quarter" idx="5"/>
          </p:nvPr>
        </p:nvSpPr>
        <p:spPr/>
        <p:txBody>
          <a:bodyPr/>
          <a:lstStyle/>
          <a:p>
            <a:fld id="{BD9C3A12-1E0F-412B-B376-8089A55D946C}" type="slidenum">
              <a:rPr lang="uk-UA" smtClean="0"/>
              <a:pPr/>
              <a:t>7</a:t>
            </a:fld>
            <a:endParaRPr lang="uk-UA"/>
          </a:p>
        </p:txBody>
      </p:sp>
    </p:spTree>
    <p:extLst>
      <p:ext uri="{BB962C8B-B14F-4D97-AF65-F5344CB8AC3E}">
        <p14:creationId xmlns:p14="http://schemas.microsoft.com/office/powerpoint/2010/main" val="4167773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8175E-ABC6-6D88-B83D-A7640FA5B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2460E-9048-DA72-50D5-47A2AF5D8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F8FFC-687F-38E2-6CD2-864BE19C66EF}"/>
              </a:ext>
            </a:extLst>
          </p:cNvPr>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2B91F569-3BDE-7458-10F1-98DA4D4D15F5}"/>
              </a:ext>
            </a:extLst>
          </p:cNvPr>
          <p:cNvSpPr>
            <a:spLocks noGrp="1"/>
          </p:cNvSpPr>
          <p:nvPr>
            <p:ph type="sldNum" sz="quarter" idx="5"/>
          </p:nvPr>
        </p:nvSpPr>
        <p:spPr/>
        <p:txBody>
          <a:bodyPr/>
          <a:lstStyle/>
          <a:p>
            <a:fld id="{BD9C3A12-1E0F-412B-B376-8089A55D946C}" type="slidenum">
              <a:rPr lang="uk-UA" smtClean="0"/>
              <a:pPr/>
              <a:t>9</a:t>
            </a:fld>
            <a:endParaRPr lang="uk-UA"/>
          </a:p>
        </p:txBody>
      </p:sp>
    </p:spTree>
    <p:extLst>
      <p:ext uri="{BB962C8B-B14F-4D97-AF65-F5344CB8AC3E}">
        <p14:creationId xmlns:p14="http://schemas.microsoft.com/office/powerpoint/2010/main" val="4183240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0038B-7F5A-6DC9-3E31-9F83FC67D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00496-E0EA-5877-EBE9-3E2EDCBE8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87D41-36FF-1B63-FA66-4AA8610DE229}"/>
              </a:ext>
            </a:extLst>
          </p:cNvPr>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F56222BC-486C-85AA-24AD-A5ED30FA976D}"/>
              </a:ext>
            </a:extLst>
          </p:cNvPr>
          <p:cNvSpPr>
            <a:spLocks noGrp="1"/>
          </p:cNvSpPr>
          <p:nvPr>
            <p:ph type="sldNum" sz="quarter" idx="5"/>
          </p:nvPr>
        </p:nvSpPr>
        <p:spPr/>
        <p:txBody>
          <a:bodyPr/>
          <a:lstStyle/>
          <a:p>
            <a:fld id="{BD9C3A12-1E0F-412B-B376-8089A55D946C}" type="slidenum">
              <a:rPr lang="uk-UA" smtClean="0"/>
              <a:pPr/>
              <a:t>10</a:t>
            </a:fld>
            <a:endParaRPr lang="uk-UA"/>
          </a:p>
        </p:txBody>
      </p:sp>
    </p:spTree>
    <p:extLst>
      <p:ext uri="{BB962C8B-B14F-4D97-AF65-F5344CB8AC3E}">
        <p14:creationId xmlns:p14="http://schemas.microsoft.com/office/powerpoint/2010/main" val="3927755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A13EA-A4EB-00A5-FC03-0E894A42A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482C3-79EF-449D-7E76-E680BC9BD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06ED3-495C-9D44-570F-AC5AD61D6EF7}"/>
              </a:ext>
            </a:extLst>
          </p:cNvPr>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0D69539C-643A-CBE9-B1D1-6AAFFAF16632}"/>
              </a:ext>
            </a:extLst>
          </p:cNvPr>
          <p:cNvSpPr>
            <a:spLocks noGrp="1"/>
          </p:cNvSpPr>
          <p:nvPr>
            <p:ph type="sldNum" sz="quarter" idx="5"/>
          </p:nvPr>
        </p:nvSpPr>
        <p:spPr/>
        <p:txBody>
          <a:bodyPr/>
          <a:lstStyle/>
          <a:p>
            <a:fld id="{BD9C3A12-1E0F-412B-B376-8089A55D946C}" type="slidenum">
              <a:rPr lang="uk-UA" smtClean="0"/>
              <a:pPr/>
              <a:t>11</a:t>
            </a:fld>
            <a:endParaRPr lang="uk-UA"/>
          </a:p>
        </p:txBody>
      </p:sp>
    </p:spTree>
    <p:extLst>
      <p:ext uri="{BB962C8B-B14F-4D97-AF65-F5344CB8AC3E}">
        <p14:creationId xmlns:p14="http://schemas.microsoft.com/office/powerpoint/2010/main" val="3807536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01 - BLANK">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6D1C58F-9246-38F4-9273-BECA0B0342A7}"/>
              </a:ext>
            </a:extLst>
          </p:cNvPr>
          <p:cNvGrpSpPr/>
          <p:nvPr userDrawn="1"/>
        </p:nvGrpSpPr>
        <p:grpSpPr>
          <a:xfrm>
            <a:off x="9297976" y="0"/>
            <a:ext cx="3504134" cy="5111807"/>
            <a:chOff x="12397300" y="-1"/>
            <a:chExt cx="4672179" cy="6815743"/>
          </a:xfrm>
        </p:grpSpPr>
        <p:sp>
          <p:nvSpPr>
            <p:cNvPr id="3" name="Rectangle: Rounded Corners 2">
              <a:extLst>
                <a:ext uri="{FF2B5EF4-FFF2-40B4-BE49-F238E27FC236}">
                  <a16:creationId xmlns:a16="http://schemas.microsoft.com/office/drawing/2014/main" id="{663AE543-26E3-9573-D389-20710A01ECE7}"/>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753A1426-86D7-49F5-306F-20530E1747ED}"/>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5" name="Rectangle 4">
              <a:extLst>
                <a:ext uri="{FF2B5EF4-FFF2-40B4-BE49-F238E27FC236}">
                  <a16:creationId xmlns:a16="http://schemas.microsoft.com/office/drawing/2014/main" id="{EB457E0E-4CA2-F8AE-9ECD-B7B9A22BFFED}"/>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6" name="Rectangle 5">
              <a:extLst>
                <a:ext uri="{FF2B5EF4-FFF2-40B4-BE49-F238E27FC236}">
                  <a16:creationId xmlns:a16="http://schemas.microsoft.com/office/drawing/2014/main" id="{B6B666A9-CBEA-4BAC-DC28-CB66D61F01AB}"/>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7" name="Rectangle 6">
              <a:extLst>
                <a:ext uri="{FF2B5EF4-FFF2-40B4-BE49-F238E27FC236}">
                  <a16:creationId xmlns:a16="http://schemas.microsoft.com/office/drawing/2014/main" id="{83C4F247-7A73-C195-49DA-77429864627A}"/>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8" name="Rectangle 7">
              <a:extLst>
                <a:ext uri="{FF2B5EF4-FFF2-40B4-BE49-F238E27FC236}">
                  <a16:creationId xmlns:a16="http://schemas.microsoft.com/office/drawing/2014/main" id="{C54F06ED-E333-C4DD-5373-BCF01AFAEB7E}"/>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9" name="Rectangle 8">
              <a:extLst>
                <a:ext uri="{FF2B5EF4-FFF2-40B4-BE49-F238E27FC236}">
                  <a16:creationId xmlns:a16="http://schemas.microsoft.com/office/drawing/2014/main" id="{0B109B0A-6D9B-7A8C-E249-AD6EA428B80E}"/>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0" name="Rectangle 9">
              <a:extLst>
                <a:ext uri="{FF2B5EF4-FFF2-40B4-BE49-F238E27FC236}">
                  <a16:creationId xmlns:a16="http://schemas.microsoft.com/office/drawing/2014/main" id="{670CF400-0E69-EF82-0B27-67CE04F92001}"/>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1" name="Rectangle 10">
              <a:extLst>
                <a:ext uri="{FF2B5EF4-FFF2-40B4-BE49-F238E27FC236}">
                  <a16:creationId xmlns:a16="http://schemas.microsoft.com/office/drawing/2014/main" id="{3F854EC8-C16E-A5D2-A190-1377CCD41847}"/>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2" name="Rectangle 11">
              <a:extLst>
                <a:ext uri="{FF2B5EF4-FFF2-40B4-BE49-F238E27FC236}">
                  <a16:creationId xmlns:a16="http://schemas.microsoft.com/office/drawing/2014/main" id="{530C6BB6-096E-8F74-AE33-4B26D15A6890}"/>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3" name="Rectangle 12">
              <a:extLst>
                <a:ext uri="{FF2B5EF4-FFF2-40B4-BE49-F238E27FC236}">
                  <a16:creationId xmlns:a16="http://schemas.microsoft.com/office/drawing/2014/main" id="{EB8FD131-9E4C-9182-53C5-71B0BA8BF819}"/>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4" name="Rectangle 13">
              <a:extLst>
                <a:ext uri="{FF2B5EF4-FFF2-40B4-BE49-F238E27FC236}">
                  <a16:creationId xmlns:a16="http://schemas.microsoft.com/office/drawing/2014/main" id="{C496FD7C-95BF-7277-2DCF-E0F3A572E7AC}"/>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5" name="Rectangle 14">
              <a:extLst>
                <a:ext uri="{FF2B5EF4-FFF2-40B4-BE49-F238E27FC236}">
                  <a16:creationId xmlns:a16="http://schemas.microsoft.com/office/drawing/2014/main" id="{D9DB8C4E-5329-81DB-5547-3F375653776A}"/>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6" name="TextBox 15">
              <a:extLst>
                <a:ext uri="{FF2B5EF4-FFF2-40B4-BE49-F238E27FC236}">
                  <a16:creationId xmlns:a16="http://schemas.microsoft.com/office/drawing/2014/main" id="{2687AC06-54B7-E874-DE4F-F5BB2E17817C}"/>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7" name="TextBox 16">
              <a:extLst>
                <a:ext uri="{FF2B5EF4-FFF2-40B4-BE49-F238E27FC236}">
                  <a16:creationId xmlns:a16="http://schemas.microsoft.com/office/drawing/2014/main" id="{B6DD6CD7-0FAE-6429-C72E-3108FA2D8712}"/>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63C5C92F-27F8-D216-C539-0A21C1B14029}"/>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19" name="TextBox 18">
              <a:extLst>
                <a:ext uri="{FF2B5EF4-FFF2-40B4-BE49-F238E27FC236}">
                  <a16:creationId xmlns:a16="http://schemas.microsoft.com/office/drawing/2014/main" id="{99E079F9-C0BB-10E3-BD19-BCCC9E9D2ADF}"/>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0" name="TextBox 19">
              <a:extLst>
                <a:ext uri="{FF2B5EF4-FFF2-40B4-BE49-F238E27FC236}">
                  <a16:creationId xmlns:a16="http://schemas.microsoft.com/office/drawing/2014/main" id="{D3040189-7EF6-6D09-7B3B-29B2039D14D5}"/>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1" name="TextBox 20">
              <a:extLst>
                <a:ext uri="{FF2B5EF4-FFF2-40B4-BE49-F238E27FC236}">
                  <a16:creationId xmlns:a16="http://schemas.microsoft.com/office/drawing/2014/main" id="{EFA90C6F-BE2F-EF70-9B6F-7D485D43D7D2}"/>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2" name="TextBox 21">
              <a:extLst>
                <a:ext uri="{FF2B5EF4-FFF2-40B4-BE49-F238E27FC236}">
                  <a16:creationId xmlns:a16="http://schemas.microsoft.com/office/drawing/2014/main" id="{8743E0C8-991E-97CB-2CA3-044E758B4117}"/>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3" name="Rectangle 22">
              <a:extLst>
                <a:ext uri="{FF2B5EF4-FFF2-40B4-BE49-F238E27FC236}">
                  <a16:creationId xmlns:a16="http://schemas.microsoft.com/office/drawing/2014/main" id="{CDBE4585-52E6-356D-BE44-5DFA956262E3}"/>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4" name="Rectangle 23">
              <a:extLst>
                <a:ext uri="{FF2B5EF4-FFF2-40B4-BE49-F238E27FC236}">
                  <a16:creationId xmlns:a16="http://schemas.microsoft.com/office/drawing/2014/main" id="{89733490-D751-7A7F-D6BC-7C0773047EE7}"/>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5" name="Rectangle 24">
              <a:extLst>
                <a:ext uri="{FF2B5EF4-FFF2-40B4-BE49-F238E27FC236}">
                  <a16:creationId xmlns:a16="http://schemas.microsoft.com/office/drawing/2014/main" id="{0BC3DB04-3ADA-FFF8-62E7-F1A92D113A86}"/>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6" name="Rectangle 25">
              <a:extLst>
                <a:ext uri="{FF2B5EF4-FFF2-40B4-BE49-F238E27FC236}">
                  <a16:creationId xmlns:a16="http://schemas.microsoft.com/office/drawing/2014/main" id="{5BE4D4DD-EA5C-F227-238D-F9EB74A894E2}"/>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EC78B5C9-07BC-5CF3-5697-F50974ACF680}"/>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A15286CE-DA3B-1396-39F1-15363171D213}"/>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306DA3A5-3130-529D-D91B-2DB9011DF0E6}"/>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0" name="Rectangle 29">
              <a:extLst>
                <a:ext uri="{FF2B5EF4-FFF2-40B4-BE49-F238E27FC236}">
                  <a16:creationId xmlns:a16="http://schemas.microsoft.com/office/drawing/2014/main" id="{D57DBEF6-AFD2-4545-A4D0-71BCD722F1E2}"/>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1" name="Rectangle 30">
              <a:extLst>
                <a:ext uri="{FF2B5EF4-FFF2-40B4-BE49-F238E27FC236}">
                  <a16:creationId xmlns:a16="http://schemas.microsoft.com/office/drawing/2014/main" id="{40206170-8887-756E-4667-2BD89DE98372}"/>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907BFDF0-AB23-5C90-8B59-FC879370B36B}"/>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TextBox 32">
              <a:extLst>
                <a:ext uri="{FF2B5EF4-FFF2-40B4-BE49-F238E27FC236}">
                  <a16:creationId xmlns:a16="http://schemas.microsoft.com/office/drawing/2014/main" id="{4C815433-05F9-652B-2C5E-DAF091D394FC}"/>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4" name="Rectangle 33">
              <a:extLst>
                <a:ext uri="{FF2B5EF4-FFF2-40B4-BE49-F238E27FC236}">
                  <a16:creationId xmlns:a16="http://schemas.microsoft.com/office/drawing/2014/main" id="{F7F98259-E3FC-7E82-9BA2-5141BE164576}"/>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F9548779-C936-2323-0E93-DFF577FEE87A}"/>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D45FAA20-F42B-AB94-7E75-96E06638EF44}"/>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7" name="Rectangle 36">
              <a:extLst>
                <a:ext uri="{FF2B5EF4-FFF2-40B4-BE49-F238E27FC236}">
                  <a16:creationId xmlns:a16="http://schemas.microsoft.com/office/drawing/2014/main" id="{54481EB5-8B7B-061B-84E0-A0C8B1CCC80A}"/>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A3BE3B59-40A7-1952-1E25-FE7CB74142A9}"/>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39" name="Group 38">
              <a:extLst>
                <a:ext uri="{FF2B5EF4-FFF2-40B4-BE49-F238E27FC236}">
                  <a16:creationId xmlns:a16="http://schemas.microsoft.com/office/drawing/2014/main" id="{9E694365-EE2E-59D4-1457-3CC93B8CB598}"/>
                </a:ext>
              </a:extLst>
            </p:cNvPr>
            <p:cNvGrpSpPr/>
            <p:nvPr/>
          </p:nvGrpSpPr>
          <p:grpSpPr>
            <a:xfrm>
              <a:off x="12546025" y="4361827"/>
              <a:ext cx="1903774" cy="391532"/>
              <a:chOff x="3264454" y="3165509"/>
              <a:chExt cx="1903774" cy="391532"/>
            </a:xfrm>
          </p:grpSpPr>
          <p:sp>
            <p:nvSpPr>
              <p:cNvPr id="48" name="TextBox 47">
                <a:extLst>
                  <a:ext uri="{FF2B5EF4-FFF2-40B4-BE49-F238E27FC236}">
                    <a16:creationId xmlns:a16="http://schemas.microsoft.com/office/drawing/2014/main" id="{70A7046C-0989-FC84-3EF8-20280960CDAE}"/>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49" name="Rectangle 48">
                <a:extLst>
                  <a:ext uri="{FF2B5EF4-FFF2-40B4-BE49-F238E27FC236}">
                    <a16:creationId xmlns:a16="http://schemas.microsoft.com/office/drawing/2014/main" id="{A4F5293F-4F67-3850-4F46-257534A97A22}"/>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ECF32826-19BB-BA18-C0A9-17F0BDD14EBB}"/>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64000663-E753-979E-5F1E-3AAB10C02FDA}"/>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0" name="Rectangle: Rounded Corners 39">
              <a:extLst>
                <a:ext uri="{FF2B5EF4-FFF2-40B4-BE49-F238E27FC236}">
                  <a16:creationId xmlns:a16="http://schemas.microsoft.com/office/drawing/2014/main" id="{5D044623-F9F5-F23A-D665-8C5531CCAF46}"/>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1" name="TextBox 40">
              <a:extLst>
                <a:ext uri="{FF2B5EF4-FFF2-40B4-BE49-F238E27FC236}">
                  <a16:creationId xmlns:a16="http://schemas.microsoft.com/office/drawing/2014/main" id="{F13B0A67-011C-489D-DCE6-B63142B37783}"/>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2" name="Rectangle 41">
              <a:extLst>
                <a:ext uri="{FF2B5EF4-FFF2-40B4-BE49-F238E27FC236}">
                  <a16:creationId xmlns:a16="http://schemas.microsoft.com/office/drawing/2014/main" id="{E65B241D-A0EA-6B10-C10E-43F4E00CC78E}"/>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3" name="Rectangle 42">
              <a:extLst>
                <a:ext uri="{FF2B5EF4-FFF2-40B4-BE49-F238E27FC236}">
                  <a16:creationId xmlns:a16="http://schemas.microsoft.com/office/drawing/2014/main" id="{2DC858A6-2D41-F7E5-CA3F-E6CCAA2D5B4A}"/>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4" name="Rectangle 43">
              <a:extLst>
                <a:ext uri="{FF2B5EF4-FFF2-40B4-BE49-F238E27FC236}">
                  <a16:creationId xmlns:a16="http://schemas.microsoft.com/office/drawing/2014/main" id="{F62D164A-513F-BF50-76F3-095B0BB94CB0}"/>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E4A652AB-AEE9-C186-FB56-E180409A29A5}"/>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B9865F4E-57E3-DFC4-D484-9ECCEABEDB9C}"/>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4811A218-C9E9-AD9E-70F3-ACDE4AA9053F}"/>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17880850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01 - 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9152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2_01 - BLANK">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gradFill flip="none" rotWithShape="1">
                  <a:gsLst>
                    <a:gs pos="0">
                      <a:schemeClr val="accent2"/>
                    </a:gs>
                    <a:gs pos="100000">
                      <a:schemeClr val="accent1"/>
                    </a:gs>
                  </a:gsLst>
                  <a:lin ang="0" scaled="1"/>
                  <a:tileRect/>
                </a:gradFill>
                <a:ea typeface="+mn-ea"/>
                <a:cs typeface="+mn-cs"/>
              </a:defRPr>
            </a:lvl1pPr>
          </a:lstStyle>
          <a:p>
            <a:pPr marL="0" lvl="0"/>
            <a:r>
              <a:rPr lang="en-US"/>
              <a:t>ADD HERE YOUR TITLE</a:t>
            </a:r>
          </a:p>
        </p:txBody>
      </p:sp>
    </p:spTree>
    <p:extLst>
      <p:ext uri="{BB962C8B-B14F-4D97-AF65-F5344CB8AC3E}">
        <p14:creationId xmlns:p14="http://schemas.microsoft.com/office/powerpoint/2010/main" val="82512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EFAULT - Title">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26891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5_01 - BLANK">
    <p:bg>
      <p:bgPr>
        <a:solidFill>
          <a:schemeClr val="tx1"/>
        </a:solidFill>
        <a:effectLst/>
      </p:bgPr>
    </p:bg>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pic>
        <p:nvPicPr>
          <p:cNvPr id="3" name="Picture 2" descr="A black and white logo&#10;&#10;Description automatically generated">
            <a:extLst>
              <a:ext uri="{FF2B5EF4-FFF2-40B4-BE49-F238E27FC236}">
                <a16:creationId xmlns:a16="http://schemas.microsoft.com/office/drawing/2014/main" id="{7AF0B3EB-2FA1-6FCA-C1C2-D7BAD53D2F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spTree>
    <p:extLst>
      <p:ext uri="{BB962C8B-B14F-4D97-AF65-F5344CB8AC3E}">
        <p14:creationId xmlns:p14="http://schemas.microsoft.com/office/powerpoint/2010/main" val="2891475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4_BLANK">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9144000" cy="5143500"/>
          </a:xfrm>
          <a:prstGeom prst="rect">
            <a:avLst/>
          </a:prstGeom>
        </p:spPr>
        <p:txBody>
          <a:bodyPr/>
          <a:lstStyle/>
          <a:p>
            <a:r>
              <a:rPr lang="en-US" dirty="0"/>
              <a:t>Click icon to add picture</a:t>
            </a:r>
            <a:endParaRPr lang="uk-UA"/>
          </a:p>
        </p:txBody>
      </p:sp>
      <p:grpSp>
        <p:nvGrpSpPr>
          <p:cNvPr id="2" name="Group 1">
            <a:extLst>
              <a:ext uri="{FF2B5EF4-FFF2-40B4-BE49-F238E27FC236}">
                <a16:creationId xmlns:a16="http://schemas.microsoft.com/office/drawing/2014/main" id="{91C9B35D-EBA5-CF1C-C26A-F2916A968BF9}"/>
              </a:ext>
            </a:extLst>
          </p:cNvPr>
          <p:cNvGrpSpPr/>
          <p:nvPr userDrawn="1"/>
        </p:nvGrpSpPr>
        <p:grpSpPr>
          <a:xfrm>
            <a:off x="9297976" y="21771"/>
            <a:ext cx="3504134" cy="5111807"/>
            <a:chOff x="12397300" y="-1"/>
            <a:chExt cx="4672179" cy="6815743"/>
          </a:xfrm>
        </p:grpSpPr>
        <p:sp>
          <p:nvSpPr>
            <p:cNvPr id="3" name="Rectangle: Rounded Corners 2">
              <a:extLst>
                <a:ext uri="{FF2B5EF4-FFF2-40B4-BE49-F238E27FC236}">
                  <a16:creationId xmlns:a16="http://schemas.microsoft.com/office/drawing/2014/main" id="{AE557138-BCEF-9E54-5E91-DB413A0CA868}"/>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5D23A61D-491F-1E0D-DF3F-CB56B72F17DC}"/>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5" name="Rectangle 4">
              <a:extLst>
                <a:ext uri="{FF2B5EF4-FFF2-40B4-BE49-F238E27FC236}">
                  <a16:creationId xmlns:a16="http://schemas.microsoft.com/office/drawing/2014/main" id="{45F9F5A1-A006-0BA3-CB05-631EEF764446}"/>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6" name="Rectangle 5">
              <a:extLst>
                <a:ext uri="{FF2B5EF4-FFF2-40B4-BE49-F238E27FC236}">
                  <a16:creationId xmlns:a16="http://schemas.microsoft.com/office/drawing/2014/main" id="{67782F27-DC75-326B-1C18-0BA5D053585D}"/>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7" name="Rectangle 6">
              <a:extLst>
                <a:ext uri="{FF2B5EF4-FFF2-40B4-BE49-F238E27FC236}">
                  <a16:creationId xmlns:a16="http://schemas.microsoft.com/office/drawing/2014/main" id="{CBCBD274-0B07-9951-39AF-0A2709A7DA64}"/>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8" name="Rectangle 7">
              <a:extLst>
                <a:ext uri="{FF2B5EF4-FFF2-40B4-BE49-F238E27FC236}">
                  <a16:creationId xmlns:a16="http://schemas.microsoft.com/office/drawing/2014/main" id="{CB16267B-4E9D-9A32-5A7E-4607C373FD4D}"/>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9" name="Rectangle 8">
              <a:extLst>
                <a:ext uri="{FF2B5EF4-FFF2-40B4-BE49-F238E27FC236}">
                  <a16:creationId xmlns:a16="http://schemas.microsoft.com/office/drawing/2014/main" id="{B8F5D828-3B4A-189C-8A1D-58A935D99E85}"/>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0" name="Rectangle 9">
              <a:extLst>
                <a:ext uri="{FF2B5EF4-FFF2-40B4-BE49-F238E27FC236}">
                  <a16:creationId xmlns:a16="http://schemas.microsoft.com/office/drawing/2014/main" id="{146C067C-0091-0F32-C616-2AF7D819B6CC}"/>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1" name="Rectangle 10">
              <a:extLst>
                <a:ext uri="{FF2B5EF4-FFF2-40B4-BE49-F238E27FC236}">
                  <a16:creationId xmlns:a16="http://schemas.microsoft.com/office/drawing/2014/main" id="{9DCA7AED-8130-4D7A-4D20-F4059D4F5E4B}"/>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2" name="Rectangle 11">
              <a:extLst>
                <a:ext uri="{FF2B5EF4-FFF2-40B4-BE49-F238E27FC236}">
                  <a16:creationId xmlns:a16="http://schemas.microsoft.com/office/drawing/2014/main" id="{4142E04C-33A9-7524-F2E2-BC07D15CFDF0}"/>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3" name="Rectangle 12">
              <a:extLst>
                <a:ext uri="{FF2B5EF4-FFF2-40B4-BE49-F238E27FC236}">
                  <a16:creationId xmlns:a16="http://schemas.microsoft.com/office/drawing/2014/main" id="{46EDE929-C439-92FC-98FE-E5601AF93806}"/>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4" name="Rectangle 13">
              <a:extLst>
                <a:ext uri="{FF2B5EF4-FFF2-40B4-BE49-F238E27FC236}">
                  <a16:creationId xmlns:a16="http://schemas.microsoft.com/office/drawing/2014/main" id="{D51C0A4F-2D2A-9D3E-360E-A5A176DD35B5}"/>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5" name="Rectangle 14">
              <a:extLst>
                <a:ext uri="{FF2B5EF4-FFF2-40B4-BE49-F238E27FC236}">
                  <a16:creationId xmlns:a16="http://schemas.microsoft.com/office/drawing/2014/main" id="{DBF08458-7525-86EA-ECD9-89BD8C88C659}"/>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6" name="TextBox 15">
              <a:extLst>
                <a:ext uri="{FF2B5EF4-FFF2-40B4-BE49-F238E27FC236}">
                  <a16:creationId xmlns:a16="http://schemas.microsoft.com/office/drawing/2014/main" id="{BC01C1AB-7196-4EC4-12B5-ED6CD8EBEDCA}"/>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7" name="TextBox 16">
              <a:extLst>
                <a:ext uri="{FF2B5EF4-FFF2-40B4-BE49-F238E27FC236}">
                  <a16:creationId xmlns:a16="http://schemas.microsoft.com/office/drawing/2014/main" id="{BF0C031F-910D-71EB-C84B-1475A4636525}"/>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797C389F-9338-D3B9-B3EA-091F1B7C987B}"/>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19" name="TextBox 18">
              <a:extLst>
                <a:ext uri="{FF2B5EF4-FFF2-40B4-BE49-F238E27FC236}">
                  <a16:creationId xmlns:a16="http://schemas.microsoft.com/office/drawing/2014/main" id="{D6C246CF-4509-CE4E-8487-9ABECCA39A7D}"/>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0" name="TextBox 19">
              <a:extLst>
                <a:ext uri="{FF2B5EF4-FFF2-40B4-BE49-F238E27FC236}">
                  <a16:creationId xmlns:a16="http://schemas.microsoft.com/office/drawing/2014/main" id="{C766B085-86EC-40F3-D56A-C4EB5C58B514}"/>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1" name="TextBox 20">
              <a:extLst>
                <a:ext uri="{FF2B5EF4-FFF2-40B4-BE49-F238E27FC236}">
                  <a16:creationId xmlns:a16="http://schemas.microsoft.com/office/drawing/2014/main" id="{C99859F0-B95D-D35E-5F9B-BB6230A11FDE}"/>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2" name="TextBox 21">
              <a:extLst>
                <a:ext uri="{FF2B5EF4-FFF2-40B4-BE49-F238E27FC236}">
                  <a16:creationId xmlns:a16="http://schemas.microsoft.com/office/drawing/2014/main" id="{2EC3976E-FB5A-FBDB-4099-C717DFBD2979}"/>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3" name="Rectangle 22">
              <a:extLst>
                <a:ext uri="{FF2B5EF4-FFF2-40B4-BE49-F238E27FC236}">
                  <a16:creationId xmlns:a16="http://schemas.microsoft.com/office/drawing/2014/main" id="{9CAAA985-8CCB-B2B9-5267-274EF8E17173}"/>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4" name="Rectangle 23">
              <a:extLst>
                <a:ext uri="{FF2B5EF4-FFF2-40B4-BE49-F238E27FC236}">
                  <a16:creationId xmlns:a16="http://schemas.microsoft.com/office/drawing/2014/main" id="{42DEE4A2-5F50-5E1D-778F-65E645A1A17D}"/>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5" name="Rectangle 24">
              <a:extLst>
                <a:ext uri="{FF2B5EF4-FFF2-40B4-BE49-F238E27FC236}">
                  <a16:creationId xmlns:a16="http://schemas.microsoft.com/office/drawing/2014/main" id="{AB5CE9F1-7B1C-8A9D-966D-19C201D7889E}"/>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6" name="Rectangle 25">
              <a:extLst>
                <a:ext uri="{FF2B5EF4-FFF2-40B4-BE49-F238E27FC236}">
                  <a16:creationId xmlns:a16="http://schemas.microsoft.com/office/drawing/2014/main" id="{1DBCD7E4-7CF4-B78A-E632-A42DDB32A2D6}"/>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8" name="Rectangle 27">
              <a:extLst>
                <a:ext uri="{FF2B5EF4-FFF2-40B4-BE49-F238E27FC236}">
                  <a16:creationId xmlns:a16="http://schemas.microsoft.com/office/drawing/2014/main" id="{893FC8D2-0DA5-051E-5466-A8BC1C4C9190}"/>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29" name="Rectangle 28">
              <a:extLst>
                <a:ext uri="{FF2B5EF4-FFF2-40B4-BE49-F238E27FC236}">
                  <a16:creationId xmlns:a16="http://schemas.microsoft.com/office/drawing/2014/main" id="{EEA2971D-2C25-5E09-8C89-670A7F466F1D}"/>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0" name="Rectangle 29">
              <a:extLst>
                <a:ext uri="{FF2B5EF4-FFF2-40B4-BE49-F238E27FC236}">
                  <a16:creationId xmlns:a16="http://schemas.microsoft.com/office/drawing/2014/main" id="{B54A0097-9E59-E7F8-6620-7F3317EDF72B}"/>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1" name="Rectangle 30">
              <a:extLst>
                <a:ext uri="{FF2B5EF4-FFF2-40B4-BE49-F238E27FC236}">
                  <a16:creationId xmlns:a16="http://schemas.microsoft.com/office/drawing/2014/main" id="{92B49F24-5CCD-F054-F398-E8730EE4940E}"/>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49116D93-7080-1775-7E0F-8AC11F4420A0}"/>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E9BBD798-1F41-2217-8FAD-3AA2BF58ACAA}"/>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E57807E0-2BE9-C20B-2B8A-446B8E4875E6}"/>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5" name="Rectangle 34">
              <a:extLst>
                <a:ext uri="{FF2B5EF4-FFF2-40B4-BE49-F238E27FC236}">
                  <a16:creationId xmlns:a16="http://schemas.microsoft.com/office/drawing/2014/main" id="{25BCB0A0-21A7-28F0-59FA-DCDA179F671E}"/>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Rectangle 35">
              <a:extLst>
                <a:ext uri="{FF2B5EF4-FFF2-40B4-BE49-F238E27FC236}">
                  <a16:creationId xmlns:a16="http://schemas.microsoft.com/office/drawing/2014/main" id="{6962F2CD-A6FD-54E9-0130-337E09843F8C}"/>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TextBox 36">
              <a:extLst>
                <a:ext uri="{FF2B5EF4-FFF2-40B4-BE49-F238E27FC236}">
                  <a16:creationId xmlns:a16="http://schemas.microsoft.com/office/drawing/2014/main" id="{3E7D0A93-FE4B-E3DB-3856-A5CE580E9C36}"/>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8" name="Rectangle 37">
              <a:extLst>
                <a:ext uri="{FF2B5EF4-FFF2-40B4-BE49-F238E27FC236}">
                  <a16:creationId xmlns:a16="http://schemas.microsoft.com/office/drawing/2014/main" id="{7AB93865-5474-80B2-630D-2A5F643AAF3F}"/>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Rectangle 38">
              <a:extLst>
                <a:ext uri="{FF2B5EF4-FFF2-40B4-BE49-F238E27FC236}">
                  <a16:creationId xmlns:a16="http://schemas.microsoft.com/office/drawing/2014/main" id="{AC2082B5-B31E-5B74-2304-DE299ED411B7}"/>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0" name="Group 39">
              <a:extLst>
                <a:ext uri="{FF2B5EF4-FFF2-40B4-BE49-F238E27FC236}">
                  <a16:creationId xmlns:a16="http://schemas.microsoft.com/office/drawing/2014/main" id="{C0420B5E-A7E9-0257-0F26-AC423223ADD2}"/>
                </a:ext>
              </a:extLst>
            </p:cNvPr>
            <p:cNvGrpSpPr/>
            <p:nvPr/>
          </p:nvGrpSpPr>
          <p:grpSpPr>
            <a:xfrm>
              <a:off x="12546025" y="4361827"/>
              <a:ext cx="1903774" cy="391532"/>
              <a:chOff x="3264454" y="3165509"/>
              <a:chExt cx="1903774" cy="391532"/>
            </a:xfrm>
          </p:grpSpPr>
          <p:sp>
            <p:nvSpPr>
              <p:cNvPr id="49" name="TextBox 48">
                <a:extLst>
                  <a:ext uri="{FF2B5EF4-FFF2-40B4-BE49-F238E27FC236}">
                    <a16:creationId xmlns:a16="http://schemas.microsoft.com/office/drawing/2014/main" id="{B42D0591-066C-2FB2-BD2C-75555F1966D4}"/>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0" name="Rectangle 49">
                <a:extLst>
                  <a:ext uri="{FF2B5EF4-FFF2-40B4-BE49-F238E27FC236}">
                    <a16:creationId xmlns:a16="http://schemas.microsoft.com/office/drawing/2014/main" id="{8B2E6CBD-7A8A-38AC-83F3-1436F5603F18}"/>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2332463B-307A-4830-BB6C-2D3CA09E0BED}"/>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70AF854E-862F-9549-E6CE-906F00F8047C}"/>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1" name="Rectangle: Rounded Corners 40">
              <a:extLst>
                <a:ext uri="{FF2B5EF4-FFF2-40B4-BE49-F238E27FC236}">
                  <a16:creationId xmlns:a16="http://schemas.microsoft.com/office/drawing/2014/main" id="{42BB4FC4-6587-B668-700B-86E3861C2F47}"/>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2" name="TextBox 41">
              <a:extLst>
                <a:ext uri="{FF2B5EF4-FFF2-40B4-BE49-F238E27FC236}">
                  <a16:creationId xmlns:a16="http://schemas.microsoft.com/office/drawing/2014/main" id="{22223EEB-8E2B-C295-7506-23592A9D50DE}"/>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3" name="Rectangle 42">
              <a:extLst>
                <a:ext uri="{FF2B5EF4-FFF2-40B4-BE49-F238E27FC236}">
                  <a16:creationId xmlns:a16="http://schemas.microsoft.com/office/drawing/2014/main" id="{BEFD49EA-9C97-F67C-827F-A19268C037B9}"/>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4" name="Rectangle 43">
              <a:extLst>
                <a:ext uri="{FF2B5EF4-FFF2-40B4-BE49-F238E27FC236}">
                  <a16:creationId xmlns:a16="http://schemas.microsoft.com/office/drawing/2014/main" id="{9FCB77A9-D1F4-F10C-BA54-FB0726558E83}"/>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DA231721-2213-18B9-F4F9-C5B1E61C4663}"/>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5F1A4BC6-4799-E241-79B9-3BC571797CD1}"/>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BB0FFDA0-8787-2ADD-A655-BCA7BD67FE0B}"/>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A8883787-9C95-390D-A9EB-F2B4A71981E2}"/>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375261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1644BE-9EF6-4F34-8C65-8690D6878534}"/>
              </a:ext>
            </a:extLst>
          </p:cNvPr>
          <p:cNvSpPr>
            <a:spLocks noGrp="1"/>
          </p:cNvSpPr>
          <p:nvPr>
            <p:ph type="pic" sz="quarter" idx="10"/>
          </p:nvPr>
        </p:nvSpPr>
        <p:spPr>
          <a:xfrm>
            <a:off x="685800" y="685800"/>
            <a:ext cx="7772400" cy="3771900"/>
          </a:xfrm>
          <a:prstGeom prst="roundRect">
            <a:avLst>
              <a:gd name="adj" fmla="val 2021"/>
            </a:avLst>
          </a:prstGeom>
        </p:spPr>
        <p:txBody>
          <a:bodyPr/>
          <a:lstStyle/>
          <a:p>
            <a:r>
              <a:rPr lang="en-US" dirty="0"/>
              <a:t>Click icon to add picture</a:t>
            </a:r>
            <a:endParaRPr lang="uk-UA"/>
          </a:p>
        </p:txBody>
      </p:sp>
      <p:sp>
        <p:nvSpPr>
          <p:cNvPr id="5" name="Title 4">
            <a:extLst>
              <a:ext uri="{FF2B5EF4-FFF2-40B4-BE49-F238E27FC236}">
                <a16:creationId xmlns:a16="http://schemas.microsoft.com/office/drawing/2014/main" id="{3815914F-FDB1-440C-9E18-D27D5868B538}"/>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C45BBB28-4087-09C6-DA8C-84A0E918C8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3" name="Group 2">
            <a:extLst>
              <a:ext uri="{FF2B5EF4-FFF2-40B4-BE49-F238E27FC236}">
                <a16:creationId xmlns:a16="http://schemas.microsoft.com/office/drawing/2014/main" id="{8F8048B2-F782-E919-D2BF-8F44C2E86379}"/>
              </a:ext>
            </a:extLst>
          </p:cNvPr>
          <p:cNvGrpSpPr/>
          <p:nvPr userDrawn="1"/>
        </p:nvGrpSpPr>
        <p:grpSpPr>
          <a:xfrm>
            <a:off x="9297976" y="0"/>
            <a:ext cx="3504134" cy="5111807"/>
            <a:chOff x="12397300" y="-1"/>
            <a:chExt cx="4672179" cy="6815743"/>
          </a:xfrm>
        </p:grpSpPr>
        <p:sp>
          <p:nvSpPr>
            <p:cNvPr id="6" name="Rectangle: Rounded Corners 5">
              <a:extLst>
                <a:ext uri="{FF2B5EF4-FFF2-40B4-BE49-F238E27FC236}">
                  <a16:creationId xmlns:a16="http://schemas.microsoft.com/office/drawing/2014/main" id="{7F30A220-1C7B-26DF-C6B5-636401DEC7AC}"/>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0528C37D-1EE4-800B-386D-130086EC5FE5}"/>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4C7E283E-5742-9EBB-5317-D1B33C76F6C6}"/>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62E531FA-77FA-91C2-FA3E-01F4BDB21D10}"/>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97256C74-61D3-98CD-267F-2B955AB5A5BA}"/>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03666FCE-6759-7867-5A40-4FFDF077D63A}"/>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46D9501D-238A-D6B3-5AD3-BEFCCD5CD615}"/>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087E1E1F-B20E-AE58-63F7-767F0A027387}"/>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E6FB753A-465C-3B17-CAB9-5D89969B47A2}"/>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5088C7A2-13F4-35E1-0FC3-6704D4571C02}"/>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4CC181C8-3694-318B-4C51-0847BB7E5ED2}"/>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28556EE3-449B-DB66-BA6B-83FAD123B00D}"/>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9241C215-5BED-F607-93E4-5F08743FA098}"/>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FE52D29C-776C-C290-C461-E444DCD3B964}"/>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839C0BEF-1644-7E2D-BB01-84301929B2DD}"/>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E36BD2A3-AB6F-88C6-3A0C-6632C237EEE7}"/>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BF89E94F-1E6E-E9EA-7288-FF34A5E11771}"/>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209CD0AB-23B6-5C7C-7366-5AB34ACB533C}"/>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3836D66D-083E-18FC-6C1B-E793E3C46BD8}"/>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6DF8565F-5192-0D41-FDAA-68E7D9812AA7}"/>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B060FF0C-5C51-0855-FFB4-D1FBA703E9FE}"/>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C118C005-DF91-09FE-5017-52B9D4BC64E6}"/>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B280E878-D630-0E04-7480-EDA278E9E3B1}"/>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B3085AC4-6837-1153-15F5-7822257842F7}"/>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BE9507BA-BEBA-551A-E065-991E827DD086}"/>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3FF606AD-FFEE-2DAC-1859-D981FC07A8C6}"/>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BCB511F2-47AD-2CC5-07F3-7F294F54D437}"/>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F14D1CA4-533C-D6DC-B9E5-3D5754008D2D}"/>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6A05C855-BFC0-B904-67B1-419169439728}"/>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6B2C552D-4B7E-9DE3-3D48-F3BAC3CF0DB9}"/>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2B5B44D3-FF25-827D-232C-AB8D7D025AA2}"/>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0CD1F9B6-225D-0F83-8085-AC92EF788590}"/>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309E4E9A-833D-9FD0-5C3A-FC21459262C5}"/>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6046792B-09D1-306A-22CD-33C33B499EDB}"/>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A049ACA0-D096-0A91-0C63-FC390CE57AD1}"/>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B4CE01F4-0C80-7010-E516-807762B9041D}"/>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0A98B14D-5D45-B904-069B-E026A6FA6AA3}"/>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7258158B-5F31-68C8-C587-F1DB842B9197}"/>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F90FC9FE-633E-71F0-9098-4CF02EECB4BB}"/>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C2F032F1-1568-831B-BA5E-98318988A054}"/>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23334772-B3F9-7489-2B82-BB81075969AA}"/>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C9036893-EE0C-281D-0335-D6CE935526B4}"/>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E4F3A2D8-7950-0D8A-FC65-FE61D9B5B25E}"/>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B0CE4589-916A-5C46-0A65-F0D5E63A33B2}"/>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A3B1747D-D2C4-B116-2405-F49EEC6E2D8E}"/>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F63358FB-771A-F3E1-59B1-7D667D472886}"/>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B633ABE9-C090-9C41-C15B-F1756E1EC3DB}"/>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E0145156-D245-AFD1-6B38-12362E9B818A}"/>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23B13A36-78DC-832E-8DDD-A5683AD90C44}"/>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1346241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92_BLANK">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85800" y="685800"/>
            <a:ext cx="7772400" cy="3009900"/>
          </a:xfrm>
          <a:prstGeom prst="roundRect">
            <a:avLst>
              <a:gd name="adj" fmla="val 2426"/>
            </a:avLst>
          </a:prstGeom>
        </p:spPr>
        <p:txBody>
          <a:bodyPr/>
          <a:lstStyle/>
          <a:p>
            <a:r>
              <a:rPr lang="en-US" dirty="0"/>
              <a:t>Click icon to add picture</a:t>
            </a:r>
            <a:endParaRPr lang="uk-UA"/>
          </a:p>
        </p:txBody>
      </p:sp>
      <p:sp>
        <p:nvSpPr>
          <p:cNvPr id="4" name="Title 4">
            <a:extLst>
              <a:ext uri="{FF2B5EF4-FFF2-40B4-BE49-F238E27FC236}">
                <a16:creationId xmlns:a16="http://schemas.microsoft.com/office/drawing/2014/main" id="{9DE83458-DC7C-4F50-8CDD-14D91D0DDC9D}"/>
              </a:ext>
            </a:extLst>
          </p:cNvPr>
          <p:cNvSpPr>
            <a:spLocks noGrp="1"/>
          </p:cNvSpPr>
          <p:nvPr>
            <p:ph type="title" hasCustomPrompt="1"/>
          </p:nvPr>
        </p:nvSpPr>
        <p:spPr>
          <a:xfrm>
            <a:off x="1352550" y="153618"/>
            <a:ext cx="6438900" cy="424732"/>
          </a:xfrm>
          <a:prstGeom prst="rect">
            <a:avLst/>
          </a:prstGeom>
          <a:noFill/>
        </p:spPr>
        <p:txBody>
          <a:bodyPr wrap="square" rtlCol="0">
            <a:spAutoFit/>
          </a:bodyPr>
          <a:lstStyle>
            <a:lvl1pPr algn="ct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9E079949-4717-F806-7FE9-684A1E6132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5" name="Group 4">
            <a:extLst>
              <a:ext uri="{FF2B5EF4-FFF2-40B4-BE49-F238E27FC236}">
                <a16:creationId xmlns:a16="http://schemas.microsoft.com/office/drawing/2014/main" id="{A4829E8C-876E-949B-116B-D223563582CF}"/>
              </a:ext>
            </a:extLst>
          </p:cNvPr>
          <p:cNvGrpSpPr/>
          <p:nvPr userDrawn="1"/>
        </p:nvGrpSpPr>
        <p:grpSpPr>
          <a:xfrm>
            <a:off x="9297976" y="0"/>
            <a:ext cx="3504134" cy="5111807"/>
            <a:chOff x="12397300" y="-1"/>
            <a:chExt cx="4672179" cy="6815743"/>
          </a:xfrm>
        </p:grpSpPr>
        <p:sp>
          <p:nvSpPr>
            <p:cNvPr id="6" name="Rectangle: Rounded Corners 5">
              <a:extLst>
                <a:ext uri="{FF2B5EF4-FFF2-40B4-BE49-F238E27FC236}">
                  <a16:creationId xmlns:a16="http://schemas.microsoft.com/office/drawing/2014/main" id="{0846A0E7-6B3F-C932-3EFE-BF1520C82BE1}"/>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F45F80C4-3035-FF79-B8BD-5DF8D539F89E}"/>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D94E9B56-B3DB-D35C-647D-EBEA43316E67}"/>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9CEB0037-68CB-F2B2-E6E5-B756FE9DAF40}"/>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0E368BC0-F97A-9CF6-CCBE-123F861951A7}"/>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CCE0EA8F-97BF-05A5-F140-B6E220C4061F}"/>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1D697030-B098-2C05-DC32-C374B08983BF}"/>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DD30B467-C133-F797-A866-5CD04894AF1C}"/>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56316848-87EC-A05D-99D3-FF2F57B24B99}"/>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44942CB2-B945-F6ED-FFB0-63806E8235E6}"/>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9B66912C-715E-659B-34BD-9160EC7C1935}"/>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BD0FBBCC-F5EA-2ED8-4687-1031AB4F22F0}"/>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894F0BA2-0140-95B1-6DA4-C11A62FBAA34}"/>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EA345EFC-E789-FC2C-0B98-076C40A3B8AE}"/>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F479CF1C-99E5-099D-4D80-AD29A571285A}"/>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0298D837-E02B-8A5B-BA55-2A6A6F37B22B}"/>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11FB59AA-7775-D5EA-00FB-20E82CD65C89}"/>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EB3BFC08-F594-7AC3-9E29-6944B615514C}"/>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6F567BD4-AB2D-6735-B639-A7645A1429F1}"/>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9C02EF30-62A4-B72C-63F2-A78910310844}"/>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8183AB21-5581-4EAF-085A-BAABB0D136C4}"/>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241E6B83-BD26-781D-B984-8CAF46614168}"/>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F2EDF359-A282-9D6D-536B-A2FCAA4FA115}"/>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07676986-3F0E-E2B5-D70D-FFC9E525E573}"/>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A9D5BCF5-A858-2FD2-6736-5AE1FE062922}"/>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B1BEDCD2-7262-BB0B-BDEB-8C05534FD14C}"/>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24AFA501-4125-2FA1-8216-90222228F7CD}"/>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63A6C2CE-24A6-38F5-0C51-F21499ECCED3}"/>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7E00B7B0-CDB7-1BE4-D45D-B7633D223AC2}"/>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9D6ECB13-9A2F-7633-2842-C59F76BD8045}"/>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D63C5F69-0A34-B47A-24F2-CCBAD71C1056}"/>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D2116A08-62E7-1BE5-3CC5-2CDA174E282C}"/>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10141F18-F45C-77DE-958D-C8A390BF7B51}"/>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0EFC8C18-4C85-CB69-6E68-C1C3FC752636}"/>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9C19E852-EB94-F601-00C3-175435F2A21A}"/>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93B7E262-DB60-FF8C-DA2F-80E37AAF09E7}"/>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026327C9-1983-D47F-A304-699D6A5D43CF}"/>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FCF66CAF-9A48-7E27-D0D8-17CD5ECF929D}"/>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6B0A1C26-0CCE-E7DB-3C47-E5606823F330}"/>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37FE0F9C-4670-A84E-0423-D4549ADFD44A}"/>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9F0018DD-1A10-66C4-26F3-CCA58AD8635E}"/>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BBFEC064-BA8E-75B8-BA86-A0AEB90CD19F}"/>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E72DB0D0-D88F-DB35-3092-0AE78043A923}"/>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C4BE3067-CC34-EA48-3C9A-E0AAB074104A}"/>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16FB6A5F-117F-9E9A-E71A-B2FEB3F55C0D}"/>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71344AA7-503F-D03E-6DF6-56855BE879BB}"/>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3996DFF6-2F3C-C5B7-3654-4F0F3A595126}"/>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E186040D-B637-1612-DBB2-CD80EB28BC7D}"/>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990050F6-4729-F64D-547E-F13BF8872609}"/>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3857275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8_01 - 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685800" y="685800"/>
            <a:ext cx="6231194" cy="3771900"/>
          </a:xfrm>
          <a:prstGeom prst="rect">
            <a:avLst/>
          </a:prstGeom>
        </p:spPr>
        <p:txBody>
          <a:bodyPr/>
          <a:lstStyle/>
          <a:p>
            <a:r>
              <a:rPr lang="en-US" dirty="0"/>
              <a:t>Click icon to add picture</a:t>
            </a:r>
          </a:p>
        </p:txBody>
      </p:sp>
      <p:sp>
        <p:nvSpPr>
          <p:cNvPr id="3" name="Title 4">
            <a:extLst>
              <a:ext uri="{FF2B5EF4-FFF2-40B4-BE49-F238E27FC236}">
                <a16:creationId xmlns:a16="http://schemas.microsoft.com/office/drawing/2014/main" id="{7B5DA946-38B7-47EF-BA99-1AF3686155B0}"/>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0C56088A-7ED6-53A7-2D7F-0B3F52889B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spTree>
    <p:extLst>
      <p:ext uri="{BB962C8B-B14F-4D97-AF65-F5344CB8AC3E}">
        <p14:creationId xmlns:p14="http://schemas.microsoft.com/office/powerpoint/2010/main" val="2976024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5_01 - 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2227006" y="685800"/>
            <a:ext cx="6231194" cy="3771900"/>
          </a:xfrm>
          <a:prstGeom prst="rect">
            <a:avLst/>
          </a:prstGeom>
        </p:spPr>
        <p:txBody>
          <a:bodyPr/>
          <a:lstStyle/>
          <a:p>
            <a:r>
              <a:rPr lang="en-US" dirty="0"/>
              <a:t>Click icon to add picture</a:t>
            </a:r>
          </a:p>
        </p:txBody>
      </p:sp>
      <p:sp>
        <p:nvSpPr>
          <p:cNvPr id="3" name="Title 4">
            <a:extLst>
              <a:ext uri="{FF2B5EF4-FFF2-40B4-BE49-F238E27FC236}">
                <a16:creationId xmlns:a16="http://schemas.microsoft.com/office/drawing/2014/main" id="{ED6D72D2-9BCC-45A6-A342-781349144284}"/>
              </a:ext>
            </a:extLst>
          </p:cNvPr>
          <p:cNvSpPr>
            <a:spLocks noGrp="1"/>
          </p:cNvSpPr>
          <p:nvPr>
            <p:ph type="title" hasCustomPrompt="1"/>
          </p:nvPr>
        </p:nvSpPr>
        <p:spPr>
          <a:xfrm>
            <a:off x="2019300" y="153618"/>
            <a:ext cx="6438900" cy="424732"/>
          </a:xfrm>
          <a:prstGeom prst="rect">
            <a:avLst/>
          </a:prstGeom>
          <a:noFill/>
        </p:spPr>
        <p:txBody>
          <a:bodyPr wrap="square" rtlCol="0">
            <a:spAutoFit/>
          </a:bodyPr>
          <a:lstStyle>
            <a:lvl1pPr algn="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7CCDF534-B380-8D8A-A828-F4C9464516F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spTree>
    <p:extLst>
      <p:ext uri="{BB962C8B-B14F-4D97-AF65-F5344CB8AC3E}">
        <p14:creationId xmlns:p14="http://schemas.microsoft.com/office/powerpoint/2010/main" val="509537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4571999" cy="5143500"/>
          </a:xfrm>
          <a:prstGeom prst="rect">
            <a:avLst/>
          </a:prstGeom>
        </p:spPr>
        <p:txBody>
          <a:bodyPr/>
          <a:lstStyle/>
          <a:p>
            <a:r>
              <a:rPr lang="en-US" dirty="0"/>
              <a:t>Click icon to add picture</a:t>
            </a:r>
            <a:endParaRPr lang="uk-UA"/>
          </a:p>
        </p:txBody>
      </p:sp>
      <p:sp>
        <p:nvSpPr>
          <p:cNvPr id="3" name="Title 4">
            <a:extLst>
              <a:ext uri="{FF2B5EF4-FFF2-40B4-BE49-F238E27FC236}">
                <a16:creationId xmlns:a16="http://schemas.microsoft.com/office/drawing/2014/main" id="{DB9D0DDD-5F06-4A50-8692-CADC5FD00B29}"/>
              </a:ext>
            </a:extLst>
          </p:cNvPr>
          <p:cNvSpPr>
            <a:spLocks noGrp="1"/>
          </p:cNvSpPr>
          <p:nvPr>
            <p:ph type="title" hasCustomPrompt="1"/>
          </p:nvPr>
        </p:nvSpPr>
        <p:spPr>
          <a:xfrm>
            <a:off x="2019300" y="153618"/>
            <a:ext cx="6438900" cy="424732"/>
          </a:xfrm>
          <a:prstGeom prst="rect">
            <a:avLst/>
          </a:prstGeom>
          <a:noFill/>
        </p:spPr>
        <p:txBody>
          <a:bodyPr wrap="square" rtlCol="0">
            <a:spAutoFit/>
          </a:bodyPr>
          <a:lstStyle>
            <a:lvl1pPr algn="r">
              <a:defRPr lang="en-US" sz="2400">
                <a:solidFill>
                  <a:schemeClr val="bg1"/>
                </a:solidFill>
                <a:ea typeface="+mn-ea"/>
                <a:cs typeface="+mn-cs"/>
              </a:defRPr>
            </a:lvl1pPr>
          </a:lstStyle>
          <a:p>
            <a:pPr marL="0" lvl="0"/>
            <a:r>
              <a:rPr lang="en-US"/>
              <a:t>ADD HERE YOUR TITLE</a:t>
            </a:r>
          </a:p>
        </p:txBody>
      </p:sp>
      <p:pic>
        <p:nvPicPr>
          <p:cNvPr id="5" name="Picture 4" descr="A black and white logo&#10;&#10;Description automatically generated">
            <a:extLst>
              <a:ext uri="{FF2B5EF4-FFF2-40B4-BE49-F238E27FC236}">
                <a16:creationId xmlns:a16="http://schemas.microsoft.com/office/drawing/2014/main" id="{21CECEBD-67F7-F5F5-6F9C-74D2542226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0164" y="4852221"/>
            <a:ext cx="800100" cy="125957"/>
          </a:xfrm>
          <a:prstGeom prst="rect">
            <a:avLst/>
          </a:prstGeom>
        </p:spPr>
      </p:pic>
      <p:grpSp>
        <p:nvGrpSpPr>
          <p:cNvPr id="2" name="Group 1">
            <a:extLst>
              <a:ext uri="{FF2B5EF4-FFF2-40B4-BE49-F238E27FC236}">
                <a16:creationId xmlns:a16="http://schemas.microsoft.com/office/drawing/2014/main" id="{9D3C2B8D-635A-B202-490C-5EBB5E3BEBAB}"/>
              </a:ext>
            </a:extLst>
          </p:cNvPr>
          <p:cNvGrpSpPr/>
          <p:nvPr userDrawn="1"/>
        </p:nvGrpSpPr>
        <p:grpSpPr>
          <a:xfrm>
            <a:off x="9297976" y="0"/>
            <a:ext cx="3504134" cy="5111807"/>
            <a:chOff x="12397300" y="-1"/>
            <a:chExt cx="4672179" cy="6815743"/>
          </a:xfrm>
        </p:grpSpPr>
        <p:sp>
          <p:nvSpPr>
            <p:cNvPr id="6" name="Rectangle: Rounded Corners 5">
              <a:extLst>
                <a:ext uri="{FF2B5EF4-FFF2-40B4-BE49-F238E27FC236}">
                  <a16:creationId xmlns:a16="http://schemas.microsoft.com/office/drawing/2014/main" id="{D0B574C3-82D4-2BCF-F40E-31CAD12022B0}"/>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D1699912-B45F-7EA5-B1FD-F1A0A36716AB}"/>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84310939-538C-8095-3088-7719925A9CBA}"/>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1DD96A9F-F655-6978-5744-A54E452CE639}"/>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3634ACE0-7C17-AAC2-15C9-57FCE16A7475}"/>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50737100-D069-FA24-150E-A60000AA1999}"/>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C5CE42EC-6B3A-32CD-8021-118CC51A1396}"/>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9BD14181-35EB-367D-CC1B-F228AC01751F}"/>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EACEC453-3410-F8E3-E17F-695BD7743201}"/>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538578F3-E56D-EE02-BB62-9342551F750F}"/>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B87FD30E-AEC6-BB86-A4B3-1EFF41661CB7}"/>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26BB7AEE-A4D2-C4D2-9E40-9C270C3782A2}"/>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71F566E2-738D-E139-87BC-2A154D9E3A1E}"/>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7BD88496-FDFE-CB0D-C4AC-60CDEF98BE2B}"/>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65DF1226-7DDD-F218-9C08-1A18340EB563}"/>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30C01D8E-F813-3358-F019-FF35A18CAB3C}"/>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1246C507-B871-2FEF-B4D4-30D799971E62}"/>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34AC81CB-6FF5-75FD-F2CE-3F030FEB45E8}"/>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79B2575E-8E32-1691-04FF-D9521E50C495}"/>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6D9F0AB9-CED8-C589-CFF3-626B8B12160B}"/>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A0F0119B-948B-465F-17E9-CFF13D7E7EBB}"/>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7182621E-1813-C3EF-1C4F-225A3B19C47C}"/>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ABCD543A-5EDD-5E9E-FA3D-0D348AF06097}"/>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A70D5548-0F4D-0DDD-143A-4C2FC0F8534A}"/>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554D8872-2935-487E-0774-70B31722AB26}"/>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6192816F-2DDC-39F7-2829-4C54DB67A490}"/>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2F600356-4CC0-1699-236A-8EC94E2959BF}"/>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45BC7ADB-B3CD-7BF5-8598-52DAFC530CED}"/>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13041473-431B-57F2-CE4E-0BA439418844}"/>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50A66BE0-2E9F-5EBE-31AF-9A966E3A56FC}"/>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02BD7965-43B0-28F2-15C9-DB4A0E5874F1}"/>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A0B4D43E-DF22-272B-C2A1-0596CCA59024}"/>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B0F62511-78FA-E63C-C16D-7D368734B8DC}"/>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A31C0C10-82DD-0D8B-98F2-88D548116753}"/>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CBC7D685-0428-5896-34E5-5630EC52359E}"/>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45E81767-75A6-6E50-CE90-BB1BA4F585C1}"/>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61B3B615-3541-C369-93A0-77EE37406CC1}"/>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FD2571E9-158C-8AE9-EFBC-C78A5F21CEDA}"/>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A1ED558C-F715-D01F-B364-405BA9FE2C08}"/>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41728729-4CFF-F120-2EAF-9BA7D6DE510D}"/>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6C0EEEA8-D514-A45D-7ECA-5FA3B301D5FD}"/>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35659D76-5856-D590-DD11-C4AF1D0D27F6}"/>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0EA5FF49-9261-97CB-2986-83A58DAC8621}"/>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23ACDF19-95CF-5A3C-2CFC-7DA4B8E49A1C}"/>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01708788-4DA3-AA83-8C9E-4DFA2E9D323C}"/>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E12BF6AA-8BF0-B152-23DB-3C50A23D8ABF}"/>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07FC3F65-D684-0985-7204-287274824098}"/>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7AB004E9-5AAB-3E11-888A-34F3C6013C25}"/>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356DD1AC-A8BB-C516-831B-F6105B1686E7}"/>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3708163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2286001" y="0"/>
            <a:ext cx="4571999" cy="5143500"/>
          </a:xfrm>
          <a:prstGeom prst="rect">
            <a:avLst/>
          </a:prstGeom>
        </p:spPr>
        <p:txBody>
          <a:bodyPr/>
          <a:lstStyle/>
          <a:p>
            <a:r>
              <a:rPr lang="en-US" dirty="0"/>
              <a:t>Click icon to add picture</a:t>
            </a:r>
            <a:endParaRPr lang="uk-UA"/>
          </a:p>
        </p:txBody>
      </p:sp>
      <p:pic>
        <p:nvPicPr>
          <p:cNvPr id="2" name="Picture 1" descr="A black and white logo&#10;&#10;Description automatically generated">
            <a:extLst>
              <a:ext uri="{FF2B5EF4-FFF2-40B4-BE49-F238E27FC236}">
                <a16:creationId xmlns:a16="http://schemas.microsoft.com/office/drawing/2014/main" id="{002A4909-881C-426E-7662-B935B74894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3" name="Group 2">
            <a:extLst>
              <a:ext uri="{FF2B5EF4-FFF2-40B4-BE49-F238E27FC236}">
                <a16:creationId xmlns:a16="http://schemas.microsoft.com/office/drawing/2014/main" id="{BF04F10C-F000-8C5C-4547-AA06709EB33F}"/>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53C305CC-7E2F-4BB2-2634-8A6438A04E34}"/>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BED584F6-9BE7-9B2B-62F0-6FE7085422BF}"/>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35FB7CD7-899C-D659-7BDC-F40F6BE318C6}"/>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0D461F75-F78E-BEF5-1E51-F09B4609D5D3}"/>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D783B4D3-6BD4-0CDF-EEBC-A5903221928E}"/>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DB9FFE2E-1E1C-30AC-9203-CFD51F459949}"/>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BF5744A0-9A79-45EB-31FC-90C5C4E850E3}"/>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D1678898-5978-1E99-600C-10FEFD4D9C69}"/>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59AADF68-745B-CF7F-20B4-01806952355E}"/>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2983B914-1BC8-73FD-47A2-7DCEE82ED8DE}"/>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BD0F40F8-A2DB-ADC8-787E-25E541ED078A}"/>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F78A52A8-B333-DF45-7512-478242D849F3}"/>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6CAFE1EF-F607-A123-D8B7-963C8BE3C29D}"/>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4F88DA61-EE37-5CC7-FE68-9FD0D0BEF3B9}"/>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0812B852-0D10-F34C-73A5-00289AB404ED}"/>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F663C1C5-92E1-F607-88B4-8DAC9168503D}"/>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F5FE6A68-3366-0421-E72F-B69A89E4D141}"/>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288542EB-ABDB-C84A-1307-02B71D60B0A1}"/>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CFA853DD-EB49-93C6-1044-F344CE6F139E}"/>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C10C1320-1A7F-C6DC-C45B-C11B5062B61E}"/>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121F64F5-D78C-E571-36DC-C2151BE9DEFF}"/>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1876810D-072F-D73A-EBBB-19062BDABE15}"/>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701ADFA6-3215-DE07-B740-9DEA0E75B2CC}"/>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74866B36-D19B-F457-DC8D-825D2AC661D6}"/>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91105E86-1B24-7938-E37D-062A668DB4DA}"/>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39A52D61-D240-7480-1F34-EBC3182AE55B}"/>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4D610948-24B2-750B-DD93-C032851F3C59}"/>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3562965B-B290-95C3-326E-EF8D6FCDB2C0}"/>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849BF998-F5DD-BDF9-05CC-25AC39340311}"/>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53289D6E-94CE-DCEC-181F-CF5EFDA1088F}"/>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0F2D70FA-7E6F-50BC-E0A9-992F8CE1A6FD}"/>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31CC10DC-3981-94F1-1022-1B3DDCF54BA9}"/>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71A95C45-4C49-01BB-03C9-ADC8774F1919}"/>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39107F42-3F76-6CD9-3B39-D2FDD21D4EED}"/>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47F952F4-7DA3-E04F-2252-2DAB58A972CC}"/>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36038AFD-067F-CAD3-079B-95E37B1A0F4A}"/>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0D4B55F4-6552-A926-FF58-14CF7B0A0087}"/>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311C1469-D600-5135-6771-52147E299F14}"/>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87E83162-DAE0-77D1-00D8-2DE0013AE064}"/>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09563404-FB56-143A-42AF-D976D868C463}"/>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622CEB79-2565-0ADD-D330-023E31ACC87A}"/>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B0161524-D3D4-B9A7-B02F-2B4237568B78}"/>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09B52B23-81CF-AD5B-04F5-31D6015297C0}"/>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D33D3E05-9F16-9D95-59C4-0239F7CC12DF}"/>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82A8C075-D31D-D1D6-AC95-F00A912CFA5A}"/>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9888E9ED-4EC7-921B-3831-8C2859F7F5F9}"/>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42259747-F963-E096-DB2C-7CF0B7DE77AD}"/>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0406F2DA-20CE-3C4C-80E4-56F8B592E5B8}"/>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39B7A0D4-0329-3332-61B8-B5FC99A9E047}"/>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15435090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IMG-SLIDE OPT-1">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4572000" y="0"/>
            <a:ext cx="4572000" cy="5143500"/>
          </a:xfrm>
          <a:prstGeom prst="rect">
            <a:avLst/>
          </a:prstGeom>
        </p:spPr>
        <p:txBody>
          <a:bodyPr/>
          <a:lstStyle/>
          <a:p>
            <a:r>
              <a:rPr lang="en-US" dirty="0"/>
              <a:t>Click icon to add picture</a:t>
            </a:r>
            <a:endParaRPr lang="uk-UA"/>
          </a:p>
        </p:txBody>
      </p:sp>
      <p:sp>
        <p:nvSpPr>
          <p:cNvPr id="4" name="Title 4">
            <a:extLst>
              <a:ext uri="{FF2B5EF4-FFF2-40B4-BE49-F238E27FC236}">
                <a16:creationId xmlns:a16="http://schemas.microsoft.com/office/drawing/2014/main" id="{8C1C4CB0-E103-4518-BF7B-6A1458F43F0F}"/>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07EC26DF-AE55-182D-1B0B-735D255D99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5" name="Group 4">
            <a:extLst>
              <a:ext uri="{FF2B5EF4-FFF2-40B4-BE49-F238E27FC236}">
                <a16:creationId xmlns:a16="http://schemas.microsoft.com/office/drawing/2014/main" id="{C663EE95-6BE5-1D43-F063-EEC98653D4D5}"/>
              </a:ext>
            </a:extLst>
          </p:cNvPr>
          <p:cNvGrpSpPr/>
          <p:nvPr userDrawn="1"/>
        </p:nvGrpSpPr>
        <p:grpSpPr>
          <a:xfrm>
            <a:off x="9297976" y="0"/>
            <a:ext cx="3504134" cy="5111807"/>
            <a:chOff x="12397300" y="-1"/>
            <a:chExt cx="4672179" cy="6815743"/>
          </a:xfrm>
        </p:grpSpPr>
        <p:sp>
          <p:nvSpPr>
            <p:cNvPr id="6" name="Rectangle: Rounded Corners 5">
              <a:extLst>
                <a:ext uri="{FF2B5EF4-FFF2-40B4-BE49-F238E27FC236}">
                  <a16:creationId xmlns:a16="http://schemas.microsoft.com/office/drawing/2014/main" id="{65B3058B-0C01-043F-F5E9-472297FE898A}"/>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E3298C5A-C460-2745-C88C-6295CA926845}"/>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AFADBC60-AD2C-4AEF-3C02-F9BE7709BF6F}"/>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E7315BD7-7566-4D5D-E7BA-3B34F616D7A6}"/>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26ECE8A7-4F3B-0CD3-20FB-A23C41ED2279}"/>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3A88D902-DEA1-87CF-8209-83A65CCDDC95}"/>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42AD5856-0D6E-B415-74D0-627E1D272649}"/>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F0EBE91D-39B8-C95E-0189-5F7F948A2DEE}"/>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7F8BFAB9-DA17-AFEF-E01B-9E26297234E8}"/>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754114CD-B615-234B-9000-5BBC77BEB227}"/>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90BB365E-2957-46B9-67F1-E649657ABC04}"/>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AAFE2169-8AAD-4135-119A-552D5D54A1E5}"/>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591440A0-EB17-21A3-DEC1-DF783B86AC34}"/>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F2FEAAC1-668A-F148-31DB-A92C7732F13B}"/>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1B1A1D0D-FCCE-03DE-829E-CCF3785E1CA7}"/>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CDC52E77-4512-4C55-76F2-5D19DF3481E8}"/>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833560A2-4AFC-2B03-6730-D1669BD102BE}"/>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5372287C-A9BA-78FB-E209-EF87B20AA5A1}"/>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3E0D9B66-ACE5-3B01-2A88-59DD76B2F62E}"/>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D7B832B2-2092-0403-AF7C-D0F7DAC81A1C}"/>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FA3DF787-B79F-BC1E-1243-00DE87C95414}"/>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6761649D-D3C5-0B81-B89B-1606B54EA0CB}"/>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2E2493ED-6B0B-2D11-12CD-37D2DEE749B5}"/>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6B7DDB55-A684-3B74-DF6B-9CAEDFD9627B}"/>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50AA1E69-6159-9EDF-A6D6-6D9A5E8A9F18}"/>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A8D1DAE4-95CB-6FE7-B6D5-FD5DFAE0F5D9}"/>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CEF55150-866B-50F6-CEED-FCE72050D40E}"/>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A1E7FD95-2E3A-016F-8CFC-CAFF6AA086B1}"/>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33BC311B-3E88-3B43-7C8C-FC7E6AB852BE}"/>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029379C1-BF3A-8E94-E894-3B1F1652E113}"/>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41B0EFF5-63BA-D367-A06E-4496CE2F2B1F}"/>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4B1F542F-44AB-07E8-487E-AB793E5527FF}"/>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3EC940B3-D14B-E296-DA55-1352758F62B5}"/>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944E2B44-395D-D09E-42B2-9E4740FA0BB1}"/>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CF8D5CA2-91B2-D986-6870-DC2F020B9D8C}"/>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2C729982-5A7F-EBF7-AF0B-02DF86CBD2CC}"/>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11288726-7206-2413-5470-4DE89EB6CFE2}"/>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AF1CC6EC-7A49-7855-825C-B17885BE8348}"/>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075FC1C4-D1AF-EEE7-AF07-0C541F89AC33}"/>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0EB7C6BD-144E-C04B-C671-E2F27FBB5230}"/>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79E96B9C-BBB0-2F20-394F-1CC0C36F3A25}"/>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DBCB1B68-5559-9EB8-6265-DE5EB0179862}"/>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3840F517-28A1-E7AE-9868-39B68D67F238}"/>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964F45AE-7DDD-D29B-F25D-1114228D3583}"/>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CF1E2184-A15B-51A3-D208-E16F9513EDE4}"/>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F5508BD6-03B4-CF39-37C2-2245F535BD40}"/>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BFDB5C98-4A29-38C9-7BB1-A979BE2DA288}"/>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76673C1C-CD07-FAE8-4C11-9E48F84155D6}"/>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37453663-C6C8-4BAC-5ED1-32CA182CA5C6}"/>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1923477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0" y="0"/>
            <a:ext cx="3042000" cy="5143500"/>
          </a:xfrm>
          <a:prstGeom prst="rect">
            <a:avLst/>
          </a:prstGeom>
        </p:spPr>
        <p:txBody>
          <a:bodyPr/>
          <a:lstStyle/>
          <a:p>
            <a:r>
              <a:rPr lang="en-US" dirty="0"/>
              <a:t>Click icon to add picture</a:t>
            </a:r>
            <a:endParaRPr lang="uk-UA"/>
          </a:p>
        </p:txBody>
      </p:sp>
      <p:sp>
        <p:nvSpPr>
          <p:cNvPr id="3" name="Title 4">
            <a:extLst>
              <a:ext uri="{FF2B5EF4-FFF2-40B4-BE49-F238E27FC236}">
                <a16:creationId xmlns:a16="http://schemas.microsoft.com/office/drawing/2014/main" id="{B2F39605-129A-48D8-8833-9A1C4446F59B}"/>
              </a:ext>
            </a:extLst>
          </p:cNvPr>
          <p:cNvSpPr>
            <a:spLocks noGrp="1"/>
          </p:cNvSpPr>
          <p:nvPr>
            <p:ph type="title" hasCustomPrompt="1"/>
          </p:nvPr>
        </p:nvSpPr>
        <p:spPr>
          <a:xfrm>
            <a:off x="2019300" y="153618"/>
            <a:ext cx="6438900" cy="424732"/>
          </a:xfrm>
          <a:prstGeom prst="rect">
            <a:avLst/>
          </a:prstGeom>
          <a:noFill/>
        </p:spPr>
        <p:txBody>
          <a:bodyPr wrap="square" rtlCol="0">
            <a:spAutoFit/>
          </a:bodyPr>
          <a:lstStyle>
            <a:lvl1pPr algn="r">
              <a:defRPr lang="en-US" sz="2400">
                <a:solidFill>
                  <a:schemeClr val="bg1"/>
                </a:solidFill>
                <a:ea typeface="+mn-ea"/>
                <a:cs typeface="+mn-cs"/>
              </a:defRPr>
            </a:lvl1pPr>
          </a:lstStyle>
          <a:p>
            <a:pPr marL="0" lvl="0"/>
            <a:r>
              <a:rPr lang="en-US"/>
              <a:t>ADD HERE YOUR TITLE</a:t>
            </a:r>
          </a:p>
        </p:txBody>
      </p:sp>
      <p:pic>
        <p:nvPicPr>
          <p:cNvPr id="5" name="Picture 4" descr="A black and white logo&#10;&#10;Description automatically generated">
            <a:extLst>
              <a:ext uri="{FF2B5EF4-FFF2-40B4-BE49-F238E27FC236}">
                <a16:creationId xmlns:a16="http://schemas.microsoft.com/office/drawing/2014/main" id="{8AA8AE95-5C5B-F494-C9A4-66B9A9871C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0164" y="4852221"/>
            <a:ext cx="800100" cy="125957"/>
          </a:xfrm>
          <a:prstGeom prst="rect">
            <a:avLst/>
          </a:prstGeom>
        </p:spPr>
      </p:pic>
      <p:grpSp>
        <p:nvGrpSpPr>
          <p:cNvPr id="2" name="Group 1">
            <a:extLst>
              <a:ext uri="{FF2B5EF4-FFF2-40B4-BE49-F238E27FC236}">
                <a16:creationId xmlns:a16="http://schemas.microsoft.com/office/drawing/2014/main" id="{2C112FA8-457D-0429-8F92-C58466B17CA8}"/>
              </a:ext>
            </a:extLst>
          </p:cNvPr>
          <p:cNvGrpSpPr/>
          <p:nvPr userDrawn="1"/>
        </p:nvGrpSpPr>
        <p:grpSpPr>
          <a:xfrm>
            <a:off x="9297976" y="0"/>
            <a:ext cx="3504134" cy="5111807"/>
            <a:chOff x="12397300" y="-1"/>
            <a:chExt cx="4672179" cy="6815743"/>
          </a:xfrm>
        </p:grpSpPr>
        <p:sp>
          <p:nvSpPr>
            <p:cNvPr id="6" name="Rectangle: Rounded Corners 5">
              <a:extLst>
                <a:ext uri="{FF2B5EF4-FFF2-40B4-BE49-F238E27FC236}">
                  <a16:creationId xmlns:a16="http://schemas.microsoft.com/office/drawing/2014/main" id="{6F5E2953-21C0-7EF8-31C0-53EDBC4AD9EF}"/>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BE672979-8A25-482F-0FB6-6ABE44C31B72}"/>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E5478046-8799-CDBE-FA6E-CFC1BD1E7AB1}"/>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83FD5B54-C49F-716A-1681-17032518629F}"/>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7F3BFA07-DB76-B3DA-823D-A4006D4E5412}"/>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E130C095-DF32-84A1-466F-47E3BBF97163}"/>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9FFE53EA-8A0A-3138-E9EE-0FFE0D2D56B1}"/>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7BC26FE4-8B1D-27AE-448F-E49575DDE693}"/>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8CBB2969-719F-D33F-FACE-0C71D38A6B08}"/>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9CEB47CE-2849-AA87-B1C3-31516A4052E5}"/>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AAC06D9A-E033-8AEC-D561-57306E0E5492}"/>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F82491AC-4A46-60DF-52EA-4E752F4FC6F0}"/>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11DB351E-8479-B023-5218-3A5A1B3E1788}"/>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A14036B1-9168-6171-3572-F738D092E738}"/>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215FE4AE-B834-477F-77A6-30BF83DEF494}"/>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7DE5781B-3FEA-F885-59D8-30EFBC258439}"/>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3696141A-4117-751D-B59F-E8A8B51AED4A}"/>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988756A8-48E8-CF21-8A4F-BCDDC808D4C2}"/>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645351B0-DB79-9CE7-F037-C89D557A9021}"/>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B2460BC3-3211-F92F-5CED-B1713F367D32}"/>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E0F44B3D-DD0A-974F-A20B-3D9EC4796632}"/>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AA83ABC4-F4AE-8F34-CF85-AAC13D99E6D8}"/>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A8A522C8-F91F-3376-EAA7-515BAB86B7C7}"/>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F2937E54-BB88-35CA-B531-E9E55F1B0CD9}"/>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E3DC07ED-0049-FBC8-D6B3-C2B88423CE4F}"/>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9816FDEC-047A-D2E5-6FF9-AFC22AFD2884}"/>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B33E3317-CCEB-CE6A-52FE-CE8DD78D8E1B}"/>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B6D67117-0DE2-B289-91B8-D864CE842C3F}"/>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0F030413-1C50-2FED-4696-89BD1EA60226}"/>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607F88A2-1B65-D84B-02FE-5F5ED0352AD7}"/>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26AAA695-8AD4-C907-02C2-F4EF283AD9D7}"/>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9C9CF516-68ED-A2FC-830D-7E043F2E6D61}"/>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3D666BA0-F805-2ED0-BDB9-53C43AE2E49A}"/>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BBF82512-A6CF-1E72-24C8-B6C62EAA75E7}"/>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531324E1-9849-F83B-28D1-530BDAC4DF21}"/>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75CB5260-9405-BB96-BACC-8A9A79E3D564}"/>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32B53807-6BFB-E735-8DA0-7A0C565A1FF2}"/>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8940A1E1-C7EF-EC50-4B1D-763085AD385F}"/>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49BDADAC-FA7F-FD68-D9C0-B86C713A92BE}"/>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4E42A97F-01E1-A9F7-F459-C0EFBE99F6B5}"/>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0463B3E4-CE0F-BDBF-3F50-E7550DF60557}"/>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A99525CE-94B4-A8C7-4FB3-989E988B15D8}"/>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A733C353-F782-D0C7-1145-EBE8F8AB5E44}"/>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0007C56A-9D8A-F50F-92A2-1237BFBE8B2A}"/>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476500D0-77A2-B5FB-1806-69E4D094C56A}"/>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5385BCF9-0810-164E-98F4-48394F0EF65F}"/>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36CD249B-ACF5-1ADF-1C2F-ACA901FCA2D9}"/>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802A6E74-36CC-4EB8-438E-887C5B887EB3}"/>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92FE592F-8597-FA86-C423-28D93F98893C}"/>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1445514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51000" y="0"/>
            <a:ext cx="3042000" cy="5143500"/>
          </a:xfrm>
          <a:prstGeom prst="rect">
            <a:avLst/>
          </a:prstGeom>
        </p:spPr>
        <p:txBody>
          <a:bodyPr/>
          <a:lstStyle/>
          <a:p>
            <a:r>
              <a:rPr lang="en-US" dirty="0"/>
              <a:t>Click icon to add picture</a:t>
            </a:r>
            <a:endParaRPr lang="uk-UA"/>
          </a:p>
        </p:txBody>
      </p:sp>
      <p:pic>
        <p:nvPicPr>
          <p:cNvPr id="2" name="Picture 1" descr="A black and white logo&#10;&#10;Description automatically generated">
            <a:extLst>
              <a:ext uri="{FF2B5EF4-FFF2-40B4-BE49-F238E27FC236}">
                <a16:creationId xmlns:a16="http://schemas.microsoft.com/office/drawing/2014/main" id="{3FD23D3F-3B37-A42C-BF6A-6A04CD2B5F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3" name="Group 2">
            <a:extLst>
              <a:ext uri="{FF2B5EF4-FFF2-40B4-BE49-F238E27FC236}">
                <a16:creationId xmlns:a16="http://schemas.microsoft.com/office/drawing/2014/main" id="{E754EB9E-5A5C-E7F2-6D11-00D29B5867CF}"/>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7B66FB3D-A515-3ACB-72EC-7BACE9B06D1B}"/>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BD660EAA-2375-A437-88F9-5A230FED8024}"/>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EA264E07-B1ED-403B-1D88-B80104300595}"/>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75385CB7-FD36-8873-A08B-0AE966E7852D}"/>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3AF3F934-A256-2A08-86DD-FF913A05307F}"/>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FA20DDDC-75BF-CBBE-8325-11065FEF89F5}"/>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ED2B0605-15CA-28E4-2B39-C8D24D0BCFC5}"/>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95FDDEFD-F716-5834-1C55-D2281C659844}"/>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5274B85A-DA29-B8B8-D1EF-FCD91704CB51}"/>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16891527-0C38-5645-F669-AB79F63DABB5}"/>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9514F6C0-652B-CA01-25AF-69FBF0B0D9D1}"/>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A0E121D1-2F48-0F4B-9609-00C5DB2841F4}"/>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20644BFA-6B07-4F4C-89EF-8CE73B75BE71}"/>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1D0F5FBA-F5D5-B30C-163C-A18043FC9470}"/>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B498FC98-B2D0-2657-7270-2D0345531E87}"/>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2311E41A-D1A2-7201-B55B-FFDD57D52FBA}"/>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28320F1D-D23B-D5C5-D9CC-54DDCDA3785D}"/>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894EE10B-713B-DD29-5BB8-843373578AB9}"/>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405F9FDC-D1A2-AAD6-3F5A-9AEDB1B1877E}"/>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F521687F-956B-FEA7-5107-778143A870E3}"/>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5AEDB130-06C2-6961-38CC-B1F1A665B845}"/>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FFE7ABAD-25CC-AD96-5F71-D2B0A6442819}"/>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2E9896C8-502D-3945-DF86-7B4C0D350623}"/>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8CA706C1-CEF4-66CC-44F7-43910642F49D}"/>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1D5F4CE0-C546-316A-C737-58CE8439E5DB}"/>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EA347966-C3F4-8682-7EDF-368B547533AB}"/>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482D0F7E-A913-F19D-821D-14B2EBFA1F6B}"/>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0C437063-ADDB-AD9C-5946-4AA3F3339961}"/>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E2368E12-B0F1-2838-EAD8-C5A4AE04197F}"/>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6A766D80-F55C-B0ED-EA17-77490F6AC72B}"/>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E4BB821E-FF82-3E20-1843-6F3C5CF33944}"/>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47647F42-DEF2-A078-F9CB-BA2FEA9DE096}"/>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B57AB570-3CD0-7E45-00B2-C58E61776D21}"/>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131D2B0E-95E8-4873-9B56-38C29C372B53}"/>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36CBEFA3-E0E6-F5B2-3CF4-57495B39D6FE}"/>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E694D049-2D71-38DD-4DF8-CBADAE903AB0}"/>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2A154939-190F-8363-EBBB-C1586C71FD65}"/>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17A925AA-00B9-5849-2F97-E83EB10D799E}"/>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21945FDD-9DCE-7A83-1ECA-EEBD8B6E3662}"/>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D0381425-8DCD-CF66-9E91-552B42D750C9}"/>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2C646E9C-E8EE-1BED-6ACF-0FC3DA05B873}"/>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11D38A55-1DB0-8998-1918-B2A8A8F19359}"/>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782DD3E3-465E-7249-A600-C6FE535E583E}"/>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B56BB957-4119-C68E-B8D6-2C4C8512983D}"/>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ED829633-1952-80B6-1B1D-DCC0311C34B7}"/>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6FAB3C17-5E3D-9DF7-606B-32E13F004AC3}"/>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24F0FE02-42FE-B543-8B7E-52396BD0BA82}"/>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B6A1902A-B294-3AAD-26F5-6FB90BC1CF48}"/>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400886E3-F1D6-3EC0-F999-3B3A46567116}"/>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28228949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102000" y="0"/>
            <a:ext cx="3042000" cy="5143500"/>
          </a:xfrm>
          <a:prstGeom prst="rect">
            <a:avLst/>
          </a:prstGeom>
        </p:spPr>
        <p:txBody>
          <a:bodyPr/>
          <a:lstStyle/>
          <a:p>
            <a:r>
              <a:rPr lang="en-US" dirty="0"/>
              <a:t>Click icon to add picture</a:t>
            </a:r>
            <a:endParaRPr lang="uk-UA"/>
          </a:p>
        </p:txBody>
      </p:sp>
      <p:sp>
        <p:nvSpPr>
          <p:cNvPr id="3" name="Title 4">
            <a:extLst>
              <a:ext uri="{FF2B5EF4-FFF2-40B4-BE49-F238E27FC236}">
                <a16:creationId xmlns:a16="http://schemas.microsoft.com/office/drawing/2014/main" id="{C8AEAFCC-E5E5-4450-A2D9-6267133D820B}"/>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09C3BDD1-AB7C-1749-4070-C2188D3DC3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5" name="Group 4">
            <a:extLst>
              <a:ext uri="{FF2B5EF4-FFF2-40B4-BE49-F238E27FC236}">
                <a16:creationId xmlns:a16="http://schemas.microsoft.com/office/drawing/2014/main" id="{E853827E-9D4E-A16F-15D5-FBDC7C7BA2AF}"/>
              </a:ext>
            </a:extLst>
          </p:cNvPr>
          <p:cNvGrpSpPr/>
          <p:nvPr userDrawn="1"/>
        </p:nvGrpSpPr>
        <p:grpSpPr>
          <a:xfrm>
            <a:off x="9297976" y="0"/>
            <a:ext cx="3504134" cy="5111807"/>
            <a:chOff x="12397300" y="-1"/>
            <a:chExt cx="4672179" cy="6815743"/>
          </a:xfrm>
        </p:grpSpPr>
        <p:sp>
          <p:nvSpPr>
            <p:cNvPr id="6" name="Rectangle: Rounded Corners 5">
              <a:extLst>
                <a:ext uri="{FF2B5EF4-FFF2-40B4-BE49-F238E27FC236}">
                  <a16:creationId xmlns:a16="http://schemas.microsoft.com/office/drawing/2014/main" id="{94A0F54C-B284-08E8-1A12-5316FFD9E748}"/>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D7573F78-B729-761A-6339-679666625E40}"/>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19818660-2AD1-FBFA-3FE4-A5EB581DB2A2}"/>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60E560B9-6311-9F1D-D1BF-9453D29FAF29}"/>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715A4794-2685-EBF2-3C88-162B32A15369}"/>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2BDB06A2-1926-3612-16A7-0774C8CB9212}"/>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573F85B7-74B7-0591-E251-8198CCFC16B6}"/>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AF1D498C-C599-B299-F6BB-49EBECC0B80C}"/>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1CEC53CA-53ED-0258-37FA-BB56CA44E398}"/>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42E006D4-DA96-1D9E-6DE0-B94CBAC100A0}"/>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A7BCD681-FEF1-C888-121B-FEB8F7B167A2}"/>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96957982-B4B1-5DC8-A2A4-70B795FD48C6}"/>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125D5F68-B1CF-FDBF-EFEA-CADC4C58B965}"/>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E594AA55-56D2-1674-4A26-FA53E97E7C79}"/>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38B40985-D058-9DF8-5E8C-58C0895F22DA}"/>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50EBAE69-C12D-C8D9-8CAA-79E63E5A43A7}"/>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04F5A89C-7A19-1B43-7715-BA4064D647B8}"/>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67EC5F82-6626-5049-8146-CD4B28F8F122}"/>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732823AE-9884-06D1-24B4-C36DE75BC017}"/>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477EAEC2-59A7-A132-05D0-02A38A266048}"/>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2DEDE8CC-ABEA-5A6C-5A9C-B08AECC94B6B}"/>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80DD949B-3F3B-EA43-BFCE-E2906F1A2975}"/>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080E1D73-1020-2A4B-EB78-8450E86E810F}"/>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37F1DEF6-9553-17C6-7039-819D4EA93A3C}"/>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979D8FE7-23D2-073E-6C1C-7A61D22AB726}"/>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70F76981-6F77-D0E4-AB3E-AACAA64605B0}"/>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0CFFB077-743E-AA88-FC49-63184A166B7B}"/>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CF392604-AE64-032F-EC20-19ACCE9243AA}"/>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D4006441-E0FE-B0CC-6A75-C830B655408E}"/>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3ED17791-0F74-ED6A-A461-8593BBA6891E}"/>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A1AABB27-89F6-7F63-F152-61B4CAFA545E}"/>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8D3E2A4F-A942-9CC9-5092-AEB4F1D3A664}"/>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08D91291-6408-6CB6-44EB-781B1BEE8D78}"/>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F91707F7-8F0F-A3EB-3E9B-9B70DBCE6ED1}"/>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4B3AEAB8-8AEE-AAFC-DC83-D005E44A32AD}"/>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2C1E544F-1EA5-2EEC-41FC-71D0174BFE67}"/>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4F16F8B4-D324-D035-0952-26182CA17FB0}"/>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3257CF2A-CCAE-3A7A-072A-A09FAB401ACA}"/>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4A9F0025-04E7-F043-1130-E9C5879E50D9}"/>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BFFB996E-0D32-EA33-EBEC-9CBCEDE9C97C}"/>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992BF6AA-E981-5D3A-76AD-347CB529E4A1}"/>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51E31DCD-01D6-7DFF-C89D-039CB3E29AF9}"/>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BEFC1195-EAF7-33DD-2DFC-317566EEAEA2}"/>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3596B03C-8305-6F30-264F-0C3B970FE02C}"/>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C9A3F39C-C7CB-AD46-873D-806426049C75}"/>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BF2534B5-9EDB-8D6A-875D-8CB8E2BE69FA}"/>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C124A517-BB5E-39F4-7DA6-92C34FFE6BC2}"/>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90030D5C-A917-FF43-0063-E1508D0A8203}"/>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0B61630F-C96D-76B6-F5D0-8AE98EF8529B}"/>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4141172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8_BLANK">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3042000" y="0"/>
            <a:ext cx="6102000" cy="5143500"/>
          </a:xfrm>
          <a:prstGeom prst="rect">
            <a:avLst/>
          </a:prstGeom>
        </p:spPr>
        <p:txBody>
          <a:bodyPr/>
          <a:lstStyle/>
          <a:p>
            <a:r>
              <a:rPr lang="en-US" dirty="0"/>
              <a:t>Click icon to add picture</a:t>
            </a:r>
            <a:endParaRPr lang="uk-UA"/>
          </a:p>
        </p:txBody>
      </p:sp>
      <p:pic>
        <p:nvPicPr>
          <p:cNvPr id="2" name="Picture 1" descr="A black and white logo&#10;&#10;Description automatically generated">
            <a:extLst>
              <a:ext uri="{FF2B5EF4-FFF2-40B4-BE49-F238E27FC236}">
                <a16:creationId xmlns:a16="http://schemas.microsoft.com/office/drawing/2014/main" id="{E1E33509-36DE-6AD9-CE03-16F759F81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4" name="Group 3">
            <a:extLst>
              <a:ext uri="{FF2B5EF4-FFF2-40B4-BE49-F238E27FC236}">
                <a16:creationId xmlns:a16="http://schemas.microsoft.com/office/drawing/2014/main" id="{51913249-D564-265B-3172-1478216A8170}"/>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CC14C77A-9B00-CCE8-709B-32AB09D23228}"/>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7E92CC7F-CFFB-A00F-2A59-063E61294853}"/>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58AE7D6D-1CE3-9DC7-D54C-A216D2A00125}"/>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A3F354E1-ADF9-2948-2DD8-500833A1196F}"/>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653BDD6F-FE65-1A11-9DC3-F6989A48C75D}"/>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F5B2FA8C-597F-2B4F-0268-12B7EC4CFEE9}"/>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3AD7E41C-560F-0866-2952-41D2E2E4F7DB}"/>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FE2C38AD-E888-1432-F1DD-472B2CFFF592}"/>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8009A5FA-F739-FDDE-883F-DAE93DF67201}"/>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69E5F2D4-AB9E-9F3E-4AF3-4796B07454B9}"/>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3ECE03BB-A7B1-EE80-D8EB-D982F10C6D44}"/>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2EC9E9F8-80C2-1492-5346-01999A15779F}"/>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4780FED2-6982-CFD5-3D24-93AADA5A734F}"/>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5A5EDFA3-C95F-B924-AF27-AC730BF2BE35}"/>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4CDB7C9C-3CB2-ED0C-E6E2-1826DFFB2F2B}"/>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FD50ABD1-739A-C370-877C-76DFDAD602B3}"/>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967C0B10-C45C-DA04-39D6-65395CABD0D1}"/>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AE625687-CEA7-3CF3-016C-ED580CF15075}"/>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56058F4D-A32C-614F-AA91-3BF472A44236}"/>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8D21A9A7-2142-4A9E-23D0-43FF0E2FBE28}"/>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36394E3C-2BFD-342E-CC49-6DBC5E839627}"/>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AA58F67E-FAC9-1156-B46A-7A9DD534A772}"/>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E072A612-2370-F032-6D4F-B0AF8FCA1AFB}"/>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5D6A2DE0-AA1E-620A-FB7B-0DA779C42150}"/>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40D6D25B-2D88-4F90-20D5-083FB3C68362}"/>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07E894FC-1EAD-0E4B-E9E0-9E6D97D7EEF1}"/>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7F4EDBD4-87A8-D12D-DD0D-BAB53FC0B78C}"/>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835F7E70-3FC4-560D-42E4-3F8D629C3D86}"/>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D3798017-93B9-0C9E-8BD6-2633058F0108}"/>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C2D0D1CF-1D82-7D81-3282-7C5B11495D2D}"/>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565F64C9-6252-65CC-9F3E-4D628E0C604F}"/>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AF57C704-AD72-936D-5AA1-46C8CFD19AB7}"/>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4459B979-2530-3348-09D3-F60763E424A7}"/>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98828941-BC1A-E2D3-2838-70657C4143FF}"/>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9B20AEA1-B6B0-A1E2-2741-4CE0B3C41D62}"/>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ED239904-BEAB-25B4-EF42-1C197C711A08}"/>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10ACE8DE-F64F-59A9-F644-B49ACF1540A0}"/>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E597C338-4588-1BF6-E03E-A2C2DD5D9048}"/>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914D5081-89CF-EC55-35F3-E315E8072C95}"/>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07124E5A-8B12-22CB-F3CB-66B4F0004B1D}"/>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EC641CD6-D7CE-BC7F-90DD-789747B667FD}"/>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FBBD3AFC-1073-A9D4-DF18-D77C7AF2FDFC}"/>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2BE796CD-5521-EF32-340D-7399655F5DE5}"/>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429C2688-3237-1697-670F-F78A410FCA41}"/>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25AD8D35-8906-0E61-FEEB-B096F1C466BB}"/>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4B4392BF-9C02-7FE9-0C85-25D1033669CA}"/>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F225F83D-D926-5332-C829-2AFEFA034369}"/>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1CEED790-C67D-D48F-E036-97341F67B223}"/>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19BBBEF5-F39D-CE3F-387B-7E3DE51C3EF5}"/>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7585783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39_BLANK">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6102000" cy="5143500"/>
          </a:xfrm>
          <a:prstGeom prst="rect">
            <a:avLst/>
          </a:prstGeom>
        </p:spPr>
        <p:txBody>
          <a:bodyPr/>
          <a:lstStyle/>
          <a:p>
            <a:r>
              <a:rPr lang="en-US" dirty="0"/>
              <a:t>Click icon to add picture</a:t>
            </a:r>
            <a:endParaRPr lang="uk-UA"/>
          </a:p>
        </p:txBody>
      </p:sp>
      <p:pic>
        <p:nvPicPr>
          <p:cNvPr id="4" name="Picture 3" descr="A black and white logo&#10;&#10;Description automatically generated">
            <a:extLst>
              <a:ext uri="{FF2B5EF4-FFF2-40B4-BE49-F238E27FC236}">
                <a16:creationId xmlns:a16="http://schemas.microsoft.com/office/drawing/2014/main" id="{0001B37D-EF5B-793E-2A29-0C68DC3385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0164" y="4852221"/>
            <a:ext cx="800100" cy="125957"/>
          </a:xfrm>
          <a:prstGeom prst="rect">
            <a:avLst/>
          </a:prstGeom>
        </p:spPr>
      </p:pic>
      <p:grpSp>
        <p:nvGrpSpPr>
          <p:cNvPr id="2" name="Group 1">
            <a:extLst>
              <a:ext uri="{FF2B5EF4-FFF2-40B4-BE49-F238E27FC236}">
                <a16:creationId xmlns:a16="http://schemas.microsoft.com/office/drawing/2014/main" id="{B3126B01-C268-5CB9-5F77-3F71A69ACD26}"/>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5D1FEF2B-539E-24CE-CFE7-D17AF2441CBB}"/>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18D7232E-E8DE-5449-0E28-D9A440217612}"/>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61C9771E-192E-407D-BE5C-6C7D1F22C311}"/>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4E990A21-668F-AD6E-7B45-428F952FEB2B}"/>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DDC87FDE-2E0A-7606-6036-7DD6DD80B3BD}"/>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677378C2-0299-B3E5-D166-84911A015912}"/>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DD1AC744-9F79-2F63-7905-4F42EE9353A4}"/>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7EA9B781-81EE-D052-0D54-A6F8FB576F91}"/>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F78CF3F0-3419-DDDA-0CCB-7AAE754CDFE8}"/>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58421947-B575-6AD7-F6AF-38EC40C5B967}"/>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CF53E7C1-156A-AB65-1BF0-B3BEA54378E0}"/>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C63C9F8F-54E2-45F6-6004-1B995BD6BB1A}"/>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25EA26B8-75F1-CF83-9976-927CE4D5DA33}"/>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CF788169-0135-E2C3-FA35-D624076E0D54}"/>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09522585-7F41-8149-3FD9-B113A20E4B8F}"/>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4DA54153-532E-B281-C24D-4AD5AAD25B68}"/>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A91F7598-BED9-ED8A-A7E7-8B12CB1B6017}"/>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7DE5725E-6EAD-B5A1-ADF7-E11E5DE08710}"/>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A408F952-6E2F-D82F-1458-E13B3023C5CF}"/>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318D3200-753E-A9E7-FE11-F7389F8D732A}"/>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84F9381A-F2EC-014A-D756-27792FDC8C43}"/>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83B31CA8-BF3B-5C8B-2BB0-700C6AA516DD}"/>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3941B59E-CA80-451E-EAB0-A6DE587985C2}"/>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75B24AD3-BF99-B23D-0A4E-88F67DFC84E2}"/>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36C60222-A434-C06E-23EC-B0A576786D49}"/>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E39F37E3-9827-F8B2-7FBC-7A4D19AB8486}"/>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6A12CB64-213B-1677-5B46-98BC82412417}"/>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2B4C1473-A19A-ABA1-DFF7-B170E6323CB9}"/>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F28E0706-5174-6D17-2BF2-90217C7D0ED3}"/>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220740A2-1808-EA8E-46F1-160F181B12D8}"/>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F594CB34-470F-CBBE-7B25-67452F3C0BFB}"/>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FE3933B4-F76A-EB3D-6BAE-C3E85992BACE}"/>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D324EC4B-9103-E9D4-89FF-1EF9903A2D2A}"/>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1B1A1F27-15B9-947A-1C8E-8BE838FB3132}"/>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1E2555A1-25FE-4F11-FE9D-9FC8FD3B8A27}"/>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8FCD23A5-8FEC-1DE8-1A16-67FF279E3503}"/>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3248E99F-3705-5FA9-AC5E-9F28D55558CA}"/>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8ACB67B8-5900-44FB-F470-11E260370B6B}"/>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2A8B7BBA-C849-9839-A50E-4AFD0F7E46F4}"/>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EFC3BE41-57B3-8B24-857F-F0CB1E76EB53}"/>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1385A1A1-3EC4-5D4C-198F-D3CEAF359BBF}"/>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23DB0DCD-6171-05AC-1B50-DFEE78B4B6BA}"/>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74FAF8D3-52F0-6E89-C5F3-BCD8CD3C5BF9}"/>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A783B09D-D205-C878-C911-DD9E8D658095}"/>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CEF81393-A2A5-B39B-B10F-4323E282D0CD}"/>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B31CDED5-9E4C-2D5B-5650-CD3FE0BAF93A}"/>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BD22757C-1BEB-467F-2B11-2432F9137B3D}"/>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AD0F1EBD-1569-A359-EF22-A250649ECDB0}"/>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AD97A349-8285-D055-6493-3014F6C2068C}"/>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3315698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1_BLANK">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5553075" cy="5143500"/>
          </a:xfrm>
          <a:prstGeom prst="rect">
            <a:avLst/>
          </a:prstGeom>
        </p:spPr>
        <p:txBody>
          <a:bodyPr/>
          <a:lstStyle/>
          <a:p>
            <a:r>
              <a:rPr lang="en-US" dirty="0"/>
              <a:t>Click icon to add picture</a:t>
            </a:r>
            <a:endParaRPr lang="uk-UA"/>
          </a:p>
        </p:txBody>
      </p:sp>
      <p:pic>
        <p:nvPicPr>
          <p:cNvPr id="4" name="Picture 3" descr="A black and white logo&#10;&#10;Description automatically generated">
            <a:extLst>
              <a:ext uri="{FF2B5EF4-FFF2-40B4-BE49-F238E27FC236}">
                <a16:creationId xmlns:a16="http://schemas.microsoft.com/office/drawing/2014/main" id="{A0FBC365-A26E-A5A4-7A47-A98499B82F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0164" y="4852221"/>
            <a:ext cx="800100" cy="125957"/>
          </a:xfrm>
          <a:prstGeom prst="rect">
            <a:avLst/>
          </a:prstGeom>
        </p:spPr>
      </p:pic>
      <p:grpSp>
        <p:nvGrpSpPr>
          <p:cNvPr id="2" name="Group 1">
            <a:extLst>
              <a:ext uri="{FF2B5EF4-FFF2-40B4-BE49-F238E27FC236}">
                <a16:creationId xmlns:a16="http://schemas.microsoft.com/office/drawing/2014/main" id="{384C65C6-8921-0298-7C16-FE93A5496F33}"/>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1200284F-F1F3-A770-A50B-882341F56375}"/>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273A1C7A-3B5C-9926-4062-7A3209FF9B99}"/>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024A5390-64A5-A2E0-1409-6380F996F780}"/>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44887A47-023B-D929-5E71-D915BFE70C05}"/>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512971A2-7574-2433-9BAF-FA865878A119}"/>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0270C5B7-8659-1102-4E65-A0531E407927}"/>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9C7D7C37-26B9-F1D3-44BC-78F4F038B306}"/>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3755C617-7AB1-ED7D-B5BA-77E725ADC72F}"/>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12F502CB-3288-7D8F-7895-ACCBD46899E0}"/>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D60E079E-3374-BB0E-90FF-D3F6728E203E}"/>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4CD048AF-3005-5A86-9782-3D11A2DBADB6}"/>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5258A93F-FA2D-6218-ED03-E70CBEC002AE}"/>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97D906A3-C45F-E559-C1D9-A975CC727F14}"/>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6F79F044-B3B1-3B6C-93ED-C0CFBB915D9B}"/>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07087B5A-7D53-8BBB-4994-FBE837241E9F}"/>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CC29302B-8049-8298-6E1E-79610CB5978A}"/>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13F0E1E8-19A5-268F-C0AA-2EE1A0062437}"/>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30863D2A-64AF-E917-7E30-B949D555656B}"/>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5DBA2380-CE22-811C-13FA-0D64913BF8C4}"/>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CF0BE110-C6FC-687A-60BE-74F1D364C990}"/>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44C9A34C-AC02-3953-7DA2-CE0103E45E35}"/>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0FC49CFE-ADCF-5EED-4C5C-CE7ED3F3FC30}"/>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D46ACBB7-4DCC-F1F2-51D3-02C9E0F6A59B}"/>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A204A4A3-45CF-7810-41A9-52C1F5E9028F}"/>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8ACF5C26-5E56-AF1B-FA59-7415DE602854}"/>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5C3C5BE8-A907-AD68-7157-4005AFE07DA5}"/>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EB9DBE08-3986-BFB2-0B27-B49B357D2054}"/>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B7834F95-B0CA-35CC-C930-7FF09BFB1020}"/>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F5EC1EFC-7BCA-F387-EB3F-879DFCDB1322}"/>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FA2465D9-2CD9-11CD-812E-852080A1D776}"/>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8C0EE5ED-3034-8FE2-F9A1-2010BB97392D}"/>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D2E170CB-912C-F146-9C2E-5F7374C7C208}"/>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8E73ACC1-A95B-07AC-665D-EFD8C8B3DA58}"/>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358A8253-ABCF-5557-FFB9-CB85C88FC309}"/>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F0CDAE86-5510-8B6A-5381-8D9277ABE0C4}"/>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18741BF5-A48A-34FA-1460-1C119ED4330C}"/>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0B41BBB9-55CB-2EB9-38A5-3A46E1A4BB93}"/>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781223A7-A9CA-8E40-2093-166DC16BF5C8}"/>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5E9C5AD0-1AD0-2253-A06C-9E8322F6B889}"/>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074257F2-91AE-F78F-4658-9BAFBD764897}"/>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70764ECB-0D6D-7051-355F-2DEEAF8D2A09}"/>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B6F4A8F9-D8A5-AA5E-7C8E-59563AA1A90E}"/>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352BAC00-FA47-0CFE-7191-654BA3881029}"/>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51F366E9-3EFB-1BA0-4D96-CCE079D84011}"/>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ADA04250-77E2-1C07-C4BC-AB47A16F6E54}"/>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E896EE4C-2012-51B2-9C85-C29C89876EB3}"/>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669D3022-54D4-2250-5BDE-B7A6D018EC46}"/>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D1076AA6-C7C1-7275-2E47-418EAD448B2E}"/>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EE341605-6322-E148-22D3-9706571C60C4}"/>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16899074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3_BLANK">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3590925" y="0"/>
            <a:ext cx="5553075" cy="5143500"/>
          </a:xfrm>
          <a:prstGeom prst="rect">
            <a:avLst/>
          </a:prstGeom>
        </p:spPr>
        <p:txBody>
          <a:bodyPr/>
          <a:lstStyle/>
          <a:p>
            <a:r>
              <a:rPr lang="en-US" dirty="0"/>
              <a:t>Click icon to add picture</a:t>
            </a:r>
            <a:endParaRPr lang="uk-UA"/>
          </a:p>
        </p:txBody>
      </p:sp>
      <p:pic>
        <p:nvPicPr>
          <p:cNvPr id="2" name="Picture 1" descr="A black and white logo&#10;&#10;Description automatically generated">
            <a:extLst>
              <a:ext uri="{FF2B5EF4-FFF2-40B4-BE49-F238E27FC236}">
                <a16:creationId xmlns:a16="http://schemas.microsoft.com/office/drawing/2014/main" id="{04936E8D-3EE1-5A79-B557-C2F4BB37D7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4" name="Group 3">
            <a:extLst>
              <a:ext uri="{FF2B5EF4-FFF2-40B4-BE49-F238E27FC236}">
                <a16:creationId xmlns:a16="http://schemas.microsoft.com/office/drawing/2014/main" id="{B0A252BE-9EE7-1737-ECC8-50B987EC2030}"/>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5CC6B7A6-90FB-FB31-F50D-1124742463B2}"/>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528A5BAA-6403-46B5-A219-E92DC1BEB4DB}"/>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7EB91AD7-0598-46B6-7CD4-4638A7A1D0C4}"/>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20EBF824-8AC2-FEC7-79EA-9632121E3E75}"/>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125B1B13-4B73-A56C-0BD6-50DF6EF50721}"/>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A85F7460-60FC-3B18-DB05-8BE860CB06AB}"/>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E02B5228-7D16-3A44-758E-B7938261F56E}"/>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FBF27F86-EEAE-4BE8-381B-F3AAC41638F6}"/>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CCF3BAF6-B1DD-B5C7-C410-C00096FA7673}"/>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C3550642-7DF0-226A-2F2D-7F86717946B2}"/>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4896D4AC-656D-91CD-85A5-1AF6A9B6F545}"/>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761081C9-4C2E-E16B-4ADE-4EF8421904DD}"/>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5D6E0F7D-A9F4-0AA9-5B06-F5DEBCAECF80}"/>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942FD039-392E-9F5E-1BDC-A4D622951EB3}"/>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1383EC08-C204-06AD-F90F-CB9F8BF6488E}"/>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C55CE1D5-F943-6DCC-27A8-3F00A4C390B8}"/>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6DC34D08-5916-43A0-80CA-7B05E377BA2B}"/>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33C4264F-3767-AEAA-15E6-FA9C5AD98466}"/>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EC95306F-6683-1AB4-E388-3EF0E34F49D4}"/>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5366A88B-0E86-8AC7-EE44-34548DBAE001}"/>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F37FC4A4-A4DF-129D-A05F-9BD926F335AB}"/>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C7D37162-D0D9-4217-B331-FC28808BBE4D}"/>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BEC77CDC-9E47-1231-4B58-8DEA9B82E6AE}"/>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F9377D06-F20F-A076-1061-41C8EAD55613}"/>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55AF3392-CEE4-85D0-4695-9809154A910E}"/>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F049C467-C34B-6DEC-CA6A-4A3BF775E652}"/>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46CCFC7B-932B-BD16-E8FC-8D49B1D8DC0F}"/>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45F2C2D8-A5B5-9AC0-9E09-DA7E999D9970}"/>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034BDE14-1669-DB46-0267-BC81D6DE2309}"/>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ACED1230-5865-427B-D740-156DEC1F6778}"/>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BEDFF7E0-1191-1B2E-5AFA-D382085BB1EF}"/>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029CFC1B-0873-CA9A-9E73-7033B456D8FE}"/>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BCA2CBD2-D4DC-6016-D9B7-7F9195948208}"/>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6DCF7C42-BFD4-C55D-64C4-BF34C59EBE79}"/>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E64217DA-7133-4BBD-B398-E19585C66C3A}"/>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B6997214-D1E1-5B34-3AE6-CC2DADA1CBE1}"/>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4CBCD97F-B5B6-67B2-A32C-BFEBF6BED66F}"/>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87B35559-4234-64E3-BC96-C6DE22ADF703}"/>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F3290528-5021-0B09-9174-C0505275D153}"/>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EC7A6294-FE74-6BC6-197D-9AF9F65B27F3}"/>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2518BCDD-B9AB-FDDA-4F4F-7E9043F94FA1}"/>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D6ABB5B9-C9F4-2A13-E71B-A5EDEB4C4716}"/>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6049A0AD-C082-45CB-26A6-697BF2797BB6}"/>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92F9F18C-E967-C0A7-9000-B274BBD1430C}"/>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DE139C5D-56DC-0500-4515-AC62939D440B}"/>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B9CFBBCE-D55D-54C3-7F89-97C65D338EC0}"/>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E3D36130-8717-9A96-B982-BB32C45DC848}"/>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D0F84AD8-59E9-4C77-6B8E-893DF8C655A4}"/>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EAEE0FB5-9030-8FCA-2AEA-265246F6FC92}"/>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41402407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34_01 - 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9143999" cy="2571750"/>
          </a:xfrm>
          <a:prstGeom prst="rect">
            <a:avLst/>
          </a:prstGeom>
        </p:spPr>
        <p:txBody>
          <a:bodyPr/>
          <a:lstStyle/>
          <a:p>
            <a:r>
              <a:rPr lang="en-US" dirty="0"/>
              <a:t>Click icon to add picture</a:t>
            </a:r>
          </a:p>
        </p:txBody>
      </p:sp>
      <p:pic>
        <p:nvPicPr>
          <p:cNvPr id="2" name="Picture 1" descr="A black and white logo&#10;&#10;Description automatically generated">
            <a:extLst>
              <a:ext uri="{FF2B5EF4-FFF2-40B4-BE49-F238E27FC236}">
                <a16:creationId xmlns:a16="http://schemas.microsoft.com/office/drawing/2014/main" id="{5938CC05-9D61-5E11-761A-849FE25F845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3" name="Group 2">
            <a:extLst>
              <a:ext uri="{FF2B5EF4-FFF2-40B4-BE49-F238E27FC236}">
                <a16:creationId xmlns:a16="http://schemas.microsoft.com/office/drawing/2014/main" id="{2E878B7E-E4A7-8D26-0F5C-56621AD4D112}"/>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A3FB4F9C-53B1-0E8C-3CA7-4C68DE31092F}"/>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155C4F18-FF30-4E1B-0E35-F18BDAEF7712}"/>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A7F07639-0FF7-4452-85BF-EF86F8E0CE8C}"/>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FE505D4C-F775-5225-0D5D-EAB8A91CE28E}"/>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9ABFCB7F-FBE8-CC27-BB67-0214214A691E}"/>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F1FA3D7B-7266-7AD8-9AE6-3844506C09CD}"/>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0389A6D6-A0ED-E283-059B-18155A58E4A2}"/>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0516AB54-AB64-A2FB-73B8-789C78C3A76A}"/>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4E298D7E-9B35-CFF0-613F-B89496D32615}"/>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12FC5C14-F4DD-A293-66A7-3CEBC68F743C}"/>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D5C5742D-AF30-3CE1-7DB2-1A0EAB66C6D5}"/>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BE9E6D35-D041-18A9-BA04-E6CE392B01A0}"/>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4333F0E3-CE3F-FCD8-C852-BDED6062CE6E}"/>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27EFA8CF-AF6D-9CB4-CEBE-D3B8E1F53F29}"/>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0250D2EF-30A2-215A-0345-6DC8135AE827}"/>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5B5FE3F1-3811-ADEF-E693-13AF45ECC526}"/>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0F47C7C1-C7A4-F5CF-2FE6-B169D0163AD3}"/>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4984CC6B-875D-9EF4-2D07-66CEE28A9004}"/>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5F2B3BED-37B5-BE47-D1F3-9FEB6542EB2C}"/>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12645548-0827-1284-2651-17D1F2E4F60C}"/>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CD9CC688-F9EB-ED8C-3B40-F10D56122C44}"/>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991648FC-BFE9-A17F-DACA-DCB63BE07456}"/>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725DE103-F14B-AB20-258C-12E4BCE596E6}"/>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53F56548-683F-1B1A-F3EB-A011B8539EE6}"/>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C7992870-7437-4C59-9A31-073BC2808329}"/>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578E05F9-ED3F-14C7-D710-F4C783840771}"/>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8CF674F9-6252-A60B-E36B-43952A6F7006}"/>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B0C815C8-D9F4-EB15-ABAF-8C609E221070}"/>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EC6A1EC9-8C31-8FE2-AA4D-E68EDAF89231}"/>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BDC739B4-18E1-1224-9CDE-EB87B0B61EC7}"/>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9662E44E-BD4A-3819-33E9-86E291DAA421}"/>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11E4147D-28E4-A6D7-9FF8-191F2951FF56}"/>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FD973EC2-0171-3B18-C6A2-88B7F7815019}"/>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561A1524-AFAE-8498-B2DB-C3BE36D6C586}"/>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E2E4CEE9-485F-4F97-2798-98420944EFEB}"/>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BB165C60-4F5E-01EF-05D2-894A1145410A}"/>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06837031-A713-1555-1766-75F948E900CE}"/>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AEA208A9-849E-CEAB-D4DF-7C915F64491B}"/>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12E9C7D8-61DC-6B5D-01B0-BFEF0C16BE54}"/>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FAF92BE3-4276-C6D9-1AA9-6D537AD343C8}"/>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03A620D9-B232-E2A9-1EDD-349AEC77E383}"/>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BA161967-CB4B-940C-DEBC-4487F1C01679}"/>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48E847B2-E597-195D-0972-C043586B728F}"/>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267DFB31-9967-C84A-48F9-F9EB0AD62C02}"/>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491D2157-9C3F-08E2-6663-9992EEC4CB75}"/>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B66C1C40-7DC2-2868-0265-DB26727283E6}"/>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4B19E301-0C74-D8A1-90AD-AC55BBA71FCB}"/>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35EC67B8-1E74-90A9-791F-6F24F2704FF7}"/>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0E964A14-3819-380C-87AD-6454BB2C911C}"/>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9547274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6_01 - 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9143999" cy="3219450"/>
          </a:xfrm>
          <a:prstGeom prst="rect">
            <a:avLst/>
          </a:prstGeom>
        </p:spPr>
        <p:txBody>
          <a:bodyPr/>
          <a:lstStyle/>
          <a:p>
            <a:r>
              <a:rPr lang="en-US" dirty="0"/>
              <a:t>Click icon to add picture</a:t>
            </a:r>
          </a:p>
        </p:txBody>
      </p:sp>
      <p:pic>
        <p:nvPicPr>
          <p:cNvPr id="2" name="Picture 1" descr="A black and white logo&#10;&#10;Description automatically generated">
            <a:extLst>
              <a:ext uri="{FF2B5EF4-FFF2-40B4-BE49-F238E27FC236}">
                <a16:creationId xmlns:a16="http://schemas.microsoft.com/office/drawing/2014/main" id="{0FD194D0-E83A-F32C-96D6-541BB3D544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3" name="Group 2">
            <a:extLst>
              <a:ext uri="{FF2B5EF4-FFF2-40B4-BE49-F238E27FC236}">
                <a16:creationId xmlns:a16="http://schemas.microsoft.com/office/drawing/2014/main" id="{F7BF9E31-0EA0-C946-021D-051BCBA5EC00}"/>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10BF4973-F1FC-13A7-7707-5867B3E06363}"/>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1D87A8E5-4463-71DF-3CDD-2E6B6250FA5A}"/>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57BB68BD-03BA-2933-40D4-26AEAE7C2FFC}"/>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36D885D9-A74E-1E5D-A976-6F3995A1E1CB}"/>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B2571C77-8D29-6C51-80E8-EED3DFD215FE}"/>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447D09ED-F8D4-DC21-DF40-E833BEB2D711}"/>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F2B39080-0E74-E34C-FD11-F19A574DC497}"/>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BFADDE68-2ECB-F617-046E-63DE07F2D463}"/>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45D134FA-CA63-EDCC-CD7C-8FD23837C62C}"/>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34EC3275-1134-8417-6B5C-928DDA7706B3}"/>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66EBFB87-CC15-06CD-E11E-9829517B05E4}"/>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D54B79A3-D943-944E-4793-8F6F46E630F1}"/>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C79F2A39-BEFA-9C1A-A182-AA0754E53F16}"/>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C5FE22D9-7875-52F0-D39B-C00849E59465}"/>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D7270F59-0882-FBDA-D8A2-E81BB52CD8DF}"/>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3AD7CF95-8F53-E392-2985-CDB94FDEAD99}"/>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E1A3AA3A-4C77-3D43-4B3A-2A386693C3B2}"/>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024401BA-66A2-1494-CBD4-F7A089B99768}"/>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33C768C0-8282-A75B-5BB9-68FAAC1BDA57}"/>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7D759029-E6E1-6796-8EFE-61159A3CE7BA}"/>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12072EE0-D063-022B-A6A1-9982F82B4BA7}"/>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F770E672-A521-528C-F1F4-F9D80B484C33}"/>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9B2A20D9-6B6D-CB70-9D0C-AAA001C729E3}"/>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F2D33F42-F084-092B-9CF6-591E0174264D}"/>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E6689932-9B17-4875-1D5B-D5B7F5C14D12}"/>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F02CAEE5-21C3-82E8-8795-77C3F5C3BFFC}"/>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B6CFC3BD-4BDA-7FDC-DE6F-7852ABF841C0}"/>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78BE36E1-EFA2-0638-B8F1-B4E440DD8F78}"/>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BF52A700-1CAA-848C-9669-32EFDB26E101}"/>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301686FF-2C82-41BF-2185-4D809CFE001B}"/>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EEFF1DAB-5F6E-FA42-F332-3D36E97119CC}"/>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F7BD41AB-48A6-1477-17C6-D2A4E7D711D2}"/>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3861BBED-7EA8-7729-EFE2-A7C4D7335946}"/>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143ACC42-2F58-A252-13CD-C53E364DFA7F}"/>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330D4C1C-6BC4-E3E1-5E83-C2C01FEA43F2}"/>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FEA7C18F-AC07-D03A-4BDF-20CD34BBD140}"/>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ABCB55B8-4D55-0EB3-EB69-84D60DA678FE}"/>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EE47CCD0-8BF8-DBF4-4323-924A24CA1029}"/>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908DD8E6-AF74-1032-70FD-589573C68E42}"/>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97832CA9-3DEA-0909-A02B-4E42B865C882}"/>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683867D4-D4A1-8D6A-5AFC-E8D095A2B4E1}"/>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568E53C9-5FC0-14E2-E5B8-489A723B7526}"/>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D5884694-49D6-2BB2-F3EB-E4655928DE19}"/>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593B99A6-6523-C9E3-F345-294EAD1BC820}"/>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8439D9AA-1CAD-593C-5B69-3F9B361CC15C}"/>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7D3D2656-F364-7DB4-5855-06A2085C6455}"/>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08F11168-95DB-56E3-87BF-0C3C680D66ED}"/>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F162896B-3524-1465-A25A-B6C0C8600A33}"/>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EEB4D549-7726-BF62-7AD7-5AB924F097CC}"/>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10123081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23_01 - BLAN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2571750"/>
            <a:ext cx="9143999" cy="2571750"/>
          </a:xfrm>
          <a:prstGeom prst="rect">
            <a:avLst/>
          </a:prstGeom>
        </p:spPr>
        <p:txBody>
          <a:bodyPr/>
          <a:lstStyle/>
          <a:p>
            <a:r>
              <a:rPr lang="en-US" dirty="0"/>
              <a:t>Click icon to add picture</a:t>
            </a:r>
          </a:p>
        </p:txBody>
      </p:sp>
      <p:grpSp>
        <p:nvGrpSpPr>
          <p:cNvPr id="2" name="Group 1">
            <a:extLst>
              <a:ext uri="{FF2B5EF4-FFF2-40B4-BE49-F238E27FC236}">
                <a16:creationId xmlns:a16="http://schemas.microsoft.com/office/drawing/2014/main" id="{5C6C0F9A-2EAF-CAE1-60AC-8700AC345FA4}"/>
              </a:ext>
            </a:extLst>
          </p:cNvPr>
          <p:cNvGrpSpPr/>
          <p:nvPr userDrawn="1"/>
        </p:nvGrpSpPr>
        <p:grpSpPr>
          <a:xfrm>
            <a:off x="9297976" y="0"/>
            <a:ext cx="3504134" cy="5111807"/>
            <a:chOff x="12397300" y="-1"/>
            <a:chExt cx="4672179" cy="6815743"/>
          </a:xfrm>
        </p:grpSpPr>
        <p:sp>
          <p:nvSpPr>
            <p:cNvPr id="3" name="Rectangle: Rounded Corners 2">
              <a:extLst>
                <a:ext uri="{FF2B5EF4-FFF2-40B4-BE49-F238E27FC236}">
                  <a16:creationId xmlns:a16="http://schemas.microsoft.com/office/drawing/2014/main" id="{8E7ED1BA-0DF5-49FC-1406-B90FCC8F41F4}"/>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67B5955C-CCAA-C546-092E-BF9D46E89E76}"/>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6" name="Rectangle 5">
              <a:extLst>
                <a:ext uri="{FF2B5EF4-FFF2-40B4-BE49-F238E27FC236}">
                  <a16:creationId xmlns:a16="http://schemas.microsoft.com/office/drawing/2014/main" id="{F663833B-CF01-3FAF-4894-1296F5C1C406}"/>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7" name="Rectangle 6">
              <a:extLst>
                <a:ext uri="{FF2B5EF4-FFF2-40B4-BE49-F238E27FC236}">
                  <a16:creationId xmlns:a16="http://schemas.microsoft.com/office/drawing/2014/main" id="{53D88412-FB0A-E674-EA35-5064F4273878}"/>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8" name="Rectangle 7">
              <a:extLst>
                <a:ext uri="{FF2B5EF4-FFF2-40B4-BE49-F238E27FC236}">
                  <a16:creationId xmlns:a16="http://schemas.microsoft.com/office/drawing/2014/main" id="{0DE4B160-C7C9-2D76-0EE7-D5C2CC7ADDA6}"/>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9" name="Rectangle 8">
              <a:extLst>
                <a:ext uri="{FF2B5EF4-FFF2-40B4-BE49-F238E27FC236}">
                  <a16:creationId xmlns:a16="http://schemas.microsoft.com/office/drawing/2014/main" id="{BAA857F0-92D3-81C7-C218-DA690CC6C8E3}"/>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0" name="Rectangle 9">
              <a:extLst>
                <a:ext uri="{FF2B5EF4-FFF2-40B4-BE49-F238E27FC236}">
                  <a16:creationId xmlns:a16="http://schemas.microsoft.com/office/drawing/2014/main" id="{41950E06-06A1-65C4-EA22-8DC0156CFC2F}"/>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1" name="Rectangle 10">
              <a:extLst>
                <a:ext uri="{FF2B5EF4-FFF2-40B4-BE49-F238E27FC236}">
                  <a16:creationId xmlns:a16="http://schemas.microsoft.com/office/drawing/2014/main" id="{C344D513-6368-3464-44D2-39F1CA23002B}"/>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2" name="Rectangle 11">
              <a:extLst>
                <a:ext uri="{FF2B5EF4-FFF2-40B4-BE49-F238E27FC236}">
                  <a16:creationId xmlns:a16="http://schemas.microsoft.com/office/drawing/2014/main" id="{08C5EF94-E1E8-4AA6-F967-77974946C201}"/>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3" name="Rectangle 12">
              <a:extLst>
                <a:ext uri="{FF2B5EF4-FFF2-40B4-BE49-F238E27FC236}">
                  <a16:creationId xmlns:a16="http://schemas.microsoft.com/office/drawing/2014/main" id="{5FC8BC2B-99D6-60F9-D44C-38FDD2337FE5}"/>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4" name="Rectangle 13">
              <a:extLst>
                <a:ext uri="{FF2B5EF4-FFF2-40B4-BE49-F238E27FC236}">
                  <a16:creationId xmlns:a16="http://schemas.microsoft.com/office/drawing/2014/main" id="{D46F7EA1-1810-C50B-BF9D-1EBDCFDDC5BD}"/>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5" name="Rectangle 14">
              <a:extLst>
                <a:ext uri="{FF2B5EF4-FFF2-40B4-BE49-F238E27FC236}">
                  <a16:creationId xmlns:a16="http://schemas.microsoft.com/office/drawing/2014/main" id="{11951B4C-B615-F5A9-E75A-87AB681B111C}"/>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6" name="Rectangle 15">
              <a:extLst>
                <a:ext uri="{FF2B5EF4-FFF2-40B4-BE49-F238E27FC236}">
                  <a16:creationId xmlns:a16="http://schemas.microsoft.com/office/drawing/2014/main" id="{887CB501-CF07-78BC-9E1F-CFA8BA9A021C}"/>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7" name="TextBox 16">
              <a:extLst>
                <a:ext uri="{FF2B5EF4-FFF2-40B4-BE49-F238E27FC236}">
                  <a16:creationId xmlns:a16="http://schemas.microsoft.com/office/drawing/2014/main" id="{9B9BAD73-CCAE-2498-C688-548ECD38E42F}"/>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8" name="TextBox 17">
              <a:extLst>
                <a:ext uri="{FF2B5EF4-FFF2-40B4-BE49-F238E27FC236}">
                  <a16:creationId xmlns:a16="http://schemas.microsoft.com/office/drawing/2014/main" id="{910FE1C0-DA5B-F126-7D8C-D91DC27B361B}"/>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19" name="TextBox 18">
              <a:extLst>
                <a:ext uri="{FF2B5EF4-FFF2-40B4-BE49-F238E27FC236}">
                  <a16:creationId xmlns:a16="http://schemas.microsoft.com/office/drawing/2014/main" id="{5835CCB0-D340-A4FE-55B1-F58D30CEC99B}"/>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0" name="TextBox 19">
              <a:extLst>
                <a:ext uri="{FF2B5EF4-FFF2-40B4-BE49-F238E27FC236}">
                  <a16:creationId xmlns:a16="http://schemas.microsoft.com/office/drawing/2014/main" id="{9F963ED3-B4AD-CE19-E571-BD31468B3484}"/>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1" name="TextBox 20">
              <a:extLst>
                <a:ext uri="{FF2B5EF4-FFF2-40B4-BE49-F238E27FC236}">
                  <a16:creationId xmlns:a16="http://schemas.microsoft.com/office/drawing/2014/main" id="{0CE9DC1E-E7C2-2EF2-9881-0CFC811327F2}"/>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2" name="TextBox 21">
              <a:extLst>
                <a:ext uri="{FF2B5EF4-FFF2-40B4-BE49-F238E27FC236}">
                  <a16:creationId xmlns:a16="http://schemas.microsoft.com/office/drawing/2014/main" id="{88F5BF94-D756-201D-4E50-2B3630C4C919}"/>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3" name="TextBox 22">
              <a:extLst>
                <a:ext uri="{FF2B5EF4-FFF2-40B4-BE49-F238E27FC236}">
                  <a16:creationId xmlns:a16="http://schemas.microsoft.com/office/drawing/2014/main" id="{7EF8CD94-AAEA-9B01-5D44-072B8D51796A}"/>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4" name="Rectangle 23">
              <a:extLst>
                <a:ext uri="{FF2B5EF4-FFF2-40B4-BE49-F238E27FC236}">
                  <a16:creationId xmlns:a16="http://schemas.microsoft.com/office/drawing/2014/main" id="{98922C9A-4353-EF54-C0C4-AC13EE493174}"/>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5" name="Rectangle 24">
              <a:extLst>
                <a:ext uri="{FF2B5EF4-FFF2-40B4-BE49-F238E27FC236}">
                  <a16:creationId xmlns:a16="http://schemas.microsoft.com/office/drawing/2014/main" id="{63AD8FD4-A0E5-6A2A-8C9B-8387813080F3}"/>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6" name="Rectangle 25">
              <a:extLst>
                <a:ext uri="{FF2B5EF4-FFF2-40B4-BE49-F238E27FC236}">
                  <a16:creationId xmlns:a16="http://schemas.microsoft.com/office/drawing/2014/main" id="{32067C46-31CA-5E3B-4B5F-06EA8DF4880D}"/>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7" name="Rectangle 26">
              <a:extLst>
                <a:ext uri="{FF2B5EF4-FFF2-40B4-BE49-F238E27FC236}">
                  <a16:creationId xmlns:a16="http://schemas.microsoft.com/office/drawing/2014/main" id="{0C8D7E66-6DAC-6479-786A-124ECFA5F4F9}"/>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8" name="Rectangle 27">
              <a:extLst>
                <a:ext uri="{FF2B5EF4-FFF2-40B4-BE49-F238E27FC236}">
                  <a16:creationId xmlns:a16="http://schemas.microsoft.com/office/drawing/2014/main" id="{272F372C-51BA-1080-CA07-A2A9D539F33D}"/>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29" name="Rectangle 28">
              <a:extLst>
                <a:ext uri="{FF2B5EF4-FFF2-40B4-BE49-F238E27FC236}">
                  <a16:creationId xmlns:a16="http://schemas.microsoft.com/office/drawing/2014/main" id="{B6E9F9E1-1880-E40D-EF41-34937FAF106D}"/>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0" name="Rectangle 29">
              <a:extLst>
                <a:ext uri="{FF2B5EF4-FFF2-40B4-BE49-F238E27FC236}">
                  <a16:creationId xmlns:a16="http://schemas.microsoft.com/office/drawing/2014/main" id="{6E473636-1A8B-B85F-AC3E-9712755500BD}"/>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1" name="Rectangle 30">
              <a:extLst>
                <a:ext uri="{FF2B5EF4-FFF2-40B4-BE49-F238E27FC236}">
                  <a16:creationId xmlns:a16="http://schemas.microsoft.com/office/drawing/2014/main" id="{5A0C966E-825B-DA8F-A932-32489FB7E85D}"/>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76723FEC-A24F-732D-02DB-13313FD07778}"/>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0EA2A3BC-65E1-C53C-E46D-520D83C85143}"/>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D9632F15-80C1-9A28-3BAD-96A4A7176D68}"/>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5" name="Rectangle 34">
              <a:extLst>
                <a:ext uri="{FF2B5EF4-FFF2-40B4-BE49-F238E27FC236}">
                  <a16:creationId xmlns:a16="http://schemas.microsoft.com/office/drawing/2014/main" id="{D7A64EFB-46AC-3BC3-BBA0-F3F2176092AF}"/>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Rectangle 35">
              <a:extLst>
                <a:ext uri="{FF2B5EF4-FFF2-40B4-BE49-F238E27FC236}">
                  <a16:creationId xmlns:a16="http://schemas.microsoft.com/office/drawing/2014/main" id="{1D653AE7-4936-499E-0231-F09B6E4E575F}"/>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TextBox 36">
              <a:extLst>
                <a:ext uri="{FF2B5EF4-FFF2-40B4-BE49-F238E27FC236}">
                  <a16:creationId xmlns:a16="http://schemas.microsoft.com/office/drawing/2014/main" id="{EA31E90C-EA42-EF0B-4732-BBC8DD9D3A03}"/>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8" name="Rectangle 37">
              <a:extLst>
                <a:ext uri="{FF2B5EF4-FFF2-40B4-BE49-F238E27FC236}">
                  <a16:creationId xmlns:a16="http://schemas.microsoft.com/office/drawing/2014/main" id="{7C353073-998A-B871-6E36-2F2ECAB75EC3}"/>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Rectangle 38">
              <a:extLst>
                <a:ext uri="{FF2B5EF4-FFF2-40B4-BE49-F238E27FC236}">
                  <a16:creationId xmlns:a16="http://schemas.microsoft.com/office/drawing/2014/main" id="{EAB6A002-F817-0AA5-6917-F3CADA52207A}"/>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0" name="Group 39">
              <a:extLst>
                <a:ext uri="{FF2B5EF4-FFF2-40B4-BE49-F238E27FC236}">
                  <a16:creationId xmlns:a16="http://schemas.microsoft.com/office/drawing/2014/main" id="{87969E50-96BF-579F-5AF9-0936B5EDE0DD}"/>
                </a:ext>
              </a:extLst>
            </p:cNvPr>
            <p:cNvGrpSpPr/>
            <p:nvPr/>
          </p:nvGrpSpPr>
          <p:grpSpPr>
            <a:xfrm>
              <a:off x="12546025" y="4361827"/>
              <a:ext cx="1903774" cy="391532"/>
              <a:chOff x="3264454" y="3165509"/>
              <a:chExt cx="1903774" cy="391532"/>
            </a:xfrm>
          </p:grpSpPr>
          <p:sp>
            <p:nvSpPr>
              <p:cNvPr id="49" name="TextBox 48">
                <a:extLst>
                  <a:ext uri="{FF2B5EF4-FFF2-40B4-BE49-F238E27FC236}">
                    <a16:creationId xmlns:a16="http://schemas.microsoft.com/office/drawing/2014/main" id="{02E06DAF-84BF-EF4C-E1DF-AB71A80AF76A}"/>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0" name="Rectangle 49">
                <a:extLst>
                  <a:ext uri="{FF2B5EF4-FFF2-40B4-BE49-F238E27FC236}">
                    <a16:creationId xmlns:a16="http://schemas.microsoft.com/office/drawing/2014/main" id="{11DE109D-18C1-4B5E-6884-6DE8C4C5E3BD}"/>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228FE546-F6BD-11FB-FB23-340AF4AEED47}"/>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28A5342D-13C9-7932-4E82-005B122BD4E8}"/>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1" name="Rectangle: Rounded Corners 40">
              <a:extLst>
                <a:ext uri="{FF2B5EF4-FFF2-40B4-BE49-F238E27FC236}">
                  <a16:creationId xmlns:a16="http://schemas.microsoft.com/office/drawing/2014/main" id="{62D99A1A-7F02-BC12-6FBB-C4D3B6B16DCE}"/>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2" name="TextBox 41">
              <a:extLst>
                <a:ext uri="{FF2B5EF4-FFF2-40B4-BE49-F238E27FC236}">
                  <a16:creationId xmlns:a16="http://schemas.microsoft.com/office/drawing/2014/main" id="{EBD15FA2-2B9E-D5D5-960A-5C374D7F4EF7}"/>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3" name="Rectangle 42">
              <a:extLst>
                <a:ext uri="{FF2B5EF4-FFF2-40B4-BE49-F238E27FC236}">
                  <a16:creationId xmlns:a16="http://schemas.microsoft.com/office/drawing/2014/main" id="{76491CFB-C10F-B81F-A448-1C42856828D9}"/>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4" name="Rectangle 43">
              <a:extLst>
                <a:ext uri="{FF2B5EF4-FFF2-40B4-BE49-F238E27FC236}">
                  <a16:creationId xmlns:a16="http://schemas.microsoft.com/office/drawing/2014/main" id="{7EB9AB81-F016-9020-A9C6-8B7F3D854DB9}"/>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61FCD960-CD88-B310-74DC-B88AA0CEFB5E}"/>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4523FC1C-828B-039F-C898-8E36148B3C27}"/>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F2EB6547-3F26-A838-2100-4665601695B1}"/>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AC76DBE9-3993-3213-C162-06291F3ADD28}"/>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745138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37_01 - BLAN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2571750"/>
            <a:ext cx="4572000" cy="2571750"/>
          </a:xfrm>
          <a:prstGeom prst="rect">
            <a:avLst/>
          </a:prstGeom>
        </p:spPr>
        <p:txBody>
          <a:bodyPr/>
          <a:lstStyle/>
          <a:p>
            <a:r>
              <a:rPr lang="en-US" dirty="0"/>
              <a:t>Click icon to add picture</a:t>
            </a:r>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4572000" y="0"/>
            <a:ext cx="4572000" cy="2571750"/>
          </a:xfrm>
          <a:prstGeom prst="rect">
            <a:avLst/>
          </a:prstGeom>
        </p:spPr>
        <p:txBody>
          <a:bodyPr/>
          <a:lstStyle/>
          <a:p>
            <a:r>
              <a:rPr lang="en-US" dirty="0"/>
              <a:t>Click icon to add picture</a:t>
            </a:r>
          </a:p>
        </p:txBody>
      </p:sp>
      <p:pic>
        <p:nvPicPr>
          <p:cNvPr id="3" name="Picture 2" descr="A black and white logo&#10;&#10;Description automatically generated">
            <a:extLst>
              <a:ext uri="{FF2B5EF4-FFF2-40B4-BE49-F238E27FC236}">
                <a16:creationId xmlns:a16="http://schemas.microsoft.com/office/drawing/2014/main" id="{3C4E3F1D-71D8-CE19-7395-ED1AF41101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0164" y="4852221"/>
            <a:ext cx="800100" cy="125957"/>
          </a:xfrm>
          <a:prstGeom prst="rect">
            <a:avLst/>
          </a:prstGeom>
        </p:spPr>
      </p:pic>
      <p:grpSp>
        <p:nvGrpSpPr>
          <p:cNvPr id="2" name="Group 1">
            <a:extLst>
              <a:ext uri="{FF2B5EF4-FFF2-40B4-BE49-F238E27FC236}">
                <a16:creationId xmlns:a16="http://schemas.microsoft.com/office/drawing/2014/main" id="{167A24A4-5C66-7A2F-A101-5D326FE56528}"/>
              </a:ext>
            </a:extLst>
          </p:cNvPr>
          <p:cNvGrpSpPr/>
          <p:nvPr userDrawn="1"/>
        </p:nvGrpSpPr>
        <p:grpSpPr>
          <a:xfrm>
            <a:off x="9297976" y="0"/>
            <a:ext cx="3504134" cy="5111807"/>
            <a:chOff x="12397300" y="-1"/>
            <a:chExt cx="4672179" cy="6815743"/>
          </a:xfrm>
        </p:grpSpPr>
        <p:sp>
          <p:nvSpPr>
            <p:cNvPr id="4" name="Rectangle: Rounded Corners 3">
              <a:extLst>
                <a:ext uri="{FF2B5EF4-FFF2-40B4-BE49-F238E27FC236}">
                  <a16:creationId xmlns:a16="http://schemas.microsoft.com/office/drawing/2014/main" id="{B58D977E-AA29-DE8E-7A8D-5F208ED59605}"/>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2C81328C-B4C2-FD1F-17FA-049CFE03D32F}"/>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6" name="Rectangle 5">
              <a:extLst>
                <a:ext uri="{FF2B5EF4-FFF2-40B4-BE49-F238E27FC236}">
                  <a16:creationId xmlns:a16="http://schemas.microsoft.com/office/drawing/2014/main" id="{BCC006E7-FBDA-01B9-6690-B2EFBBB6BD21}"/>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A5375B50-6CCC-AE45-4BE9-E8EF44F3FFD4}"/>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247DE589-4441-8073-517B-3472B3AAB0C5}"/>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3D2EE903-F9BF-16A0-C37C-16BBE16C9BF7}"/>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87F54A3C-E580-170C-AF42-952A3C99D40C}"/>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556207AF-C60D-0E7E-8C0F-DB6A4D0B9E5C}"/>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9A1BED08-4DA4-ECAA-FF9A-44DA7A912E8F}"/>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313B0E41-60CA-A40C-5A3C-D8B4D3815E5B}"/>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2469BADB-8E08-EC7C-7EDD-09E3A3F340CF}"/>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D7422074-136E-10FC-9B76-7569F5BC0BD0}"/>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F8DB09EC-4FDB-6991-44BC-08DB10B7D281}"/>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01C9961A-3A4E-8ED3-2DAB-F63B97AE1B1E}"/>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BCB53466-F002-FCB7-60C2-891E48802834}"/>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5CAC74ED-6E09-C8C4-6C14-977BA28568E2}"/>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91DA816E-0B91-4DDE-F46A-BCA6AD502A43}"/>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99E871EC-C64D-67B5-A2E5-39F583C393F2}"/>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DCD65C43-A92F-3E81-B750-36E070DF3A49}"/>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662B68E7-4B13-AEA7-6B9A-A7646F2E39D2}"/>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57984D69-709C-A450-0DCB-47A705728CE8}"/>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97B1178A-82EF-9AD5-BF88-E11BE146F0A9}"/>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4FD03C03-D56D-369A-DC37-C5CD0E5F7346}"/>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6B457D20-61DC-053E-ADF6-536E72931C12}"/>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71B84E78-7012-FEF8-3DC6-0D0AF982E46D}"/>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2E78DDC8-D5E4-5BDC-0BA8-E6560324C480}"/>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33D0CAEA-0CEB-A044-2428-4E4664203BFD}"/>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555C70FF-359B-B0D8-E2A5-5EA3B5F81045}"/>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5DC2AEC8-631C-CAD3-CECB-36DDBFF083BD}"/>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BF3FB3A7-4494-05D6-A570-499F86A59687}"/>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482A5A89-4B3D-9C94-37B5-F5D287F92C35}"/>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4B115D31-26DD-33D3-9726-8A0A4E509F74}"/>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9F2010AA-1411-DB89-32AF-6B8AFE98DE44}"/>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5F83FF1D-5872-D42F-12E7-380E8FEA5798}"/>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49E996A2-2073-67F8-B690-5752C7DDFF08}"/>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2A4FBF8D-6D75-95B9-8635-63EFDE1CCA87}"/>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08D16071-CB84-29F2-0A52-F8D23FABA73F}"/>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E81EE43B-EFD1-D564-762F-8E6A0844C233}"/>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4E6C624D-A855-D5AC-2CF8-D4A090E3AAD1}"/>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8FA2B154-4A6D-EB4B-A533-42696CEA4848}"/>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F74D5E0B-5631-24FD-3063-476FF21FC346}"/>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D82DE1F6-7574-17AF-599A-DAE174CAC042}"/>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CB883D8B-F92C-5AB1-BB5C-0C67FD2E95C6}"/>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FF560476-D113-49A2-F101-17073AA71107}"/>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39430C57-A412-BC85-095C-69AD626774CA}"/>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79D66D27-48D4-9F83-1836-4A1E8916D05E}"/>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16129D48-7247-4EA2-4232-C7F5305A1C46}"/>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097D78AC-499F-5554-371B-24BEECE1E720}"/>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5E449E72-FC69-6EA8-D51C-FA012705E677}"/>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2780612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8_01 - BLAN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0"/>
            <a:ext cx="4572000" cy="2571750"/>
          </a:xfrm>
          <a:prstGeom prst="rect">
            <a:avLst/>
          </a:prstGeom>
        </p:spPr>
        <p:txBody>
          <a:bodyPr/>
          <a:lstStyle/>
          <a:p>
            <a:r>
              <a:rPr lang="en-US" dirty="0"/>
              <a:t>Click icon to add picture</a:t>
            </a:r>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4572000" y="2571750"/>
            <a:ext cx="4572000" cy="2571750"/>
          </a:xfrm>
          <a:prstGeom prst="rect">
            <a:avLst/>
          </a:prstGeom>
        </p:spPr>
        <p:txBody>
          <a:bodyPr/>
          <a:lstStyle/>
          <a:p>
            <a:r>
              <a:rPr lang="en-US" dirty="0"/>
              <a:t>Click icon to add picture</a:t>
            </a:r>
          </a:p>
        </p:txBody>
      </p:sp>
      <p:pic>
        <p:nvPicPr>
          <p:cNvPr id="2" name="Picture 1" descr="A black and white logo&#10;&#10;Description automatically generated">
            <a:extLst>
              <a:ext uri="{FF2B5EF4-FFF2-40B4-BE49-F238E27FC236}">
                <a16:creationId xmlns:a16="http://schemas.microsoft.com/office/drawing/2014/main" id="{926FF66C-7671-52B5-CCA5-ACF783FFA4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3" name="Group 2">
            <a:extLst>
              <a:ext uri="{FF2B5EF4-FFF2-40B4-BE49-F238E27FC236}">
                <a16:creationId xmlns:a16="http://schemas.microsoft.com/office/drawing/2014/main" id="{63990F57-1BDD-DDAD-FB35-CEA96A04AA97}"/>
              </a:ext>
            </a:extLst>
          </p:cNvPr>
          <p:cNvGrpSpPr/>
          <p:nvPr userDrawn="1"/>
        </p:nvGrpSpPr>
        <p:grpSpPr>
          <a:xfrm>
            <a:off x="9297976" y="0"/>
            <a:ext cx="3504134" cy="5111807"/>
            <a:chOff x="12397300" y="-1"/>
            <a:chExt cx="4672179" cy="6815743"/>
          </a:xfrm>
        </p:grpSpPr>
        <p:sp>
          <p:nvSpPr>
            <p:cNvPr id="4" name="Rectangle: Rounded Corners 3">
              <a:extLst>
                <a:ext uri="{FF2B5EF4-FFF2-40B4-BE49-F238E27FC236}">
                  <a16:creationId xmlns:a16="http://schemas.microsoft.com/office/drawing/2014/main" id="{A6E9A55D-4388-38C7-3353-AB3891D1A92F}"/>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D7545CB3-721B-F70A-6FBA-175FBDC1C2BE}"/>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6" name="Rectangle 5">
              <a:extLst>
                <a:ext uri="{FF2B5EF4-FFF2-40B4-BE49-F238E27FC236}">
                  <a16:creationId xmlns:a16="http://schemas.microsoft.com/office/drawing/2014/main" id="{C27A6E7F-12A9-6E5E-30F6-C9AA795C24E2}"/>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A0A83DEA-95A2-E9DD-C50A-BB0B2A84DD24}"/>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D7FD2169-F455-31BC-D559-E00BD4EBC49B}"/>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999EEA0A-67C5-60F4-3E49-335CC8724285}"/>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6EDF8991-7F82-BAAD-731E-466DA8319EA9}"/>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DAD2495C-29A3-6303-67AD-BA5A0DA07091}"/>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08E1A52C-7090-E329-AC14-970DFE1F3429}"/>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F3267EEC-C105-DDAF-1AA2-48C0DBD0C893}"/>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9FB21401-0C37-900C-79EF-A79BF286488F}"/>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5EFD3322-420B-E29D-6522-EF75FB31758C}"/>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3F9EF752-C1F5-F949-F755-03D4969A4ED4}"/>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A0DD502F-CFCC-2542-647B-3F569A149C33}"/>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16C7B503-F258-678E-0226-52A64E4F54B3}"/>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6710D3DF-EA3A-FC3A-F765-4E9F6CFCB5C3}"/>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E083A314-F09F-875A-18E0-CC24007CEF02}"/>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4DF29344-67FB-2DC7-C581-371411F3DD02}"/>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D64A6B60-F4D3-A147-03F6-3D0DB0901C07}"/>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7ED43ACE-1613-776B-D9F1-A91AD9FCD0E5}"/>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3B389CAD-5275-92F4-087B-C8E1B670CE05}"/>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A9A750E1-12D9-30A7-45E2-D7BBA0B54E5E}"/>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640D8926-3BA0-5136-4BCD-DD1091E5F853}"/>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68A5C48D-6B05-3A5E-3536-692B35F8F6BD}"/>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2FE1C184-BE61-855F-9852-538D4B97734B}"/>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39DAF6D3-AC35-04BD-22FF-6BAF9DB11ECB}"/>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70A39769-49CA-2965-EBF7-76874018598E}"/>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032A018E-B113-0CD6-14CB-A0D4BB8C21EA}"/>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90EA8930-6A3E-E854-7847-1716FF6F901F}"/>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03B2D45F-3AED-C1BE-AE26-81CC038EE569}"/>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114E10C9-C4DA-63A2-03AC-58C1F78AE43A}"/>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ECEAF977-AA47-2A82-8434-F7EA6D6E8648}"/>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9A50D481-266A-38C9-6EB9-73D65C2C827B}"/>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11884473-AA7C-615E-ED9B-B90251D9DD5F}"/>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69BB2709-1FD2-019D-8DAE-7682A210B9F4}"/>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775F7BA3-9CF5-68B7-7506-AD579DB6B39B}"/>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E06A2C1A-CA50-C649-0A43-087FE9AE1298}"/>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9130E88B-4350-D15E-BD80-70E8FFB0A6AA}"/>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93893F86-9F84-DFD5-B69D-D3E911713B6A}"/>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338ED13F-4EDE-2E0B-373C-0831E88744A8}"/>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AA86593A-38C1-874C-1B75-8BF34CBF1048}"/>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FDD851BC-DB97-FBEE-14E1-986CF9F0EC81}"/>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0AACCE31-4369-300A-90FC-F8FBDE327C04}"/>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4946DEB4-C136-8998-06CD-76CF3275643B}"/>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78C646D6-26E5-D22C-893C-0E810631CFAD}"/>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5D52C29A-BB66-62D7-D201-2FBD48B40347}"/>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6968B74B-3250-CC1F-C271-4E4D43161343}"/>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545D10E6-3210-E825-EAA8-9F23A720156E}"/>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A6B77961-90F2-15E3-7FFD-837297A03D1D}"/>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41584453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9_01 - BLAN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2571750"/>
            <a:ext cx="6627064" cy="2571750"/>
          </a:xfrm>
          <a:prstGeom prst="rect">
            <a:avLst/>
          </a:prstGeom>
        </p:spPr>
        <p:txBody>
          <a:bodyPr/>
          <a:lstStyle/>
          <a:p>
            <a:r>
              <a:rPr lang="en-US" dirty="0"/>
              <a:t>Click icon to add picture</a:t>
            </a:r>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627064" y="2571750"/>
            <a:ext cx="2516936" cy="2571750"/>
          </a:xfrm>
          <a:prstGeom prst="rect">
            <a:avLst/>
          </a:prstGeom>
        </p:spPr>
        <p:txBody>
          <a:bodyPr/>
          <a:lstStyle/>
          <a:p>
            <a:r>
              <a:rPr lang="en-US" dirty="0"/>
              <a:t>Click icon to add picture</a:t>
            </a:r>
          </a:p>
        </p:txBody>
      </p:sp>
      <p:grpSp>
        <p:nvGrpSpPr>
          <p:cNvPr id="2" name="Group 1">
            <a:extLst>
              <a:ext uri="{FF2B5EF4-FFF2-40B4-BE49-F238E27FC236}">
                <a16:creationId xmlns:a16="http://schemas.microsoft.com/office/drawing/2014/main" id="{5883BC22-B026-ADEB-0611-F12E6B484F53}"/>
              </a:ext>
            </a:extLst>
          </p:cNvPr>
          <p:cNvGrpSpPr/>
          <p:nvPr userDrawn="1"/>
        </p:nvGrpSpPr>
        <p:grpSpPr>
          <a:xfrm>
            <a:off x="9297976" y="0"/>
            <a:ext cx="3504134" cy="5111807"/>
            <a:chOff x="12397300" y="-1"/>
            <a:chExt cx="4672179" cy="6815743"/>
          </a:xfrm>
        </p:grpSpPr>
        <p:sp>
          <p:nvSpPr>
            <p:cNvPr id="3" name="Rectangle: Rounded Corners 2">
              <a:extLst>
                <a:ext uri="{FF2B5EF4-FFF2-40B4-BE49-F238E27FC236}">
                  <a16:creationId xmlns:a16="http://schemas.microsoft.com/office/drawing/2014/main" id="{3F399DFC-5565-5A3B-8318-0EF3E6D14DB6}"/>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76B0CD09-8612-38E0-FD17-4E188DFBF0FF}"/>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5" name="Rectangle 4">
              <a:extLst>
                <a:ext uri="{FF2B5EF4-FFF2-40B4-BE49-F238E27FC236}">
                  <a16:creationId xmlns:a16="http://schemas.microsoft.com/office/drawing/2014/main" id="{805D4189-9D26-7E41-9B3C-1A375ADA9B5B}"/>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6" name="Rectangle 5">
              <a:extLst>
                <a:ext uri="{FF2B5EF4-FFF2-40B4-BE49-F238E27FC236}">
                  <a16:creationId xmlns:a16="http://schemas.microsoft.com/office/drawing/2014/main" id="{92B871BA-05B1-9F8C-89C4-7E40CA068F7C}"/>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AE1B551A-038E-BCEF-8B68-37ED25CF8A3D}"/>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8041C076-ADFD-097B-3529-8316398CB02F}"/>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A3B06A65-CBB6-8E0A-57AA-A378E6B29C7A}"/>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2B25EFC1-BEDF-9358-6C5D-C5AC2D8C0B2F}"/>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871BBA3A-508E-0008-E7BF-0B81067E44A3}"/>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E831A6CF-AB90-87DF-4004-297F2BE32DA2}"/>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CAC107A7-BB54-1A4C-96F3-758C5D2B3804}"/>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69AC4F59-7D47-81AE-32B9-9B60DD79CBD2}"/>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50A3E9B2-3E17-DC57-617F-7FAB91A07928}"/>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3AB543E7-D7CC-B2C9-E933-B701D414D782}"/>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2B84296C-8E4F-8184-3C6F-F6F4BB6996A6}"/>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DA168D94-734A-8BDF-6FB3-87260F2876A1}"/>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594C1886-DF36-2C42-D723-AC52AA30E84E}"/>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C959C48E-A578-71E2-1078-AE94DBE8251D}"/>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CEE2E9ED-16C1-BE89-3D0D-91D2FEA2691C}"/>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B1779CA3-ECB1-E0DF-0342-A7A97DD94A34}"/>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D659A836-6BD2-B1CF-AD4F-A08BC732EAFF}"/>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07D4604D-7F68-D645-CF9C-763494FCF7B7}"/>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373188C3-45F3-D9E9-34F4-E8E70A8DD09E}"/>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CE889752-B0CC-6EC7-D564-65CED4324583}"/>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D998B7BF-A713-8BA2-B28A-8D8ECA5149CB}"/>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56E2D720-BC01-3709-73D5-1B92D230C50A}"/>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DFD37771-6873-5312-B4EC-6BDD2AAC4C38}"/>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FCE9996D-636C-FD95-6531-56BFFCEFD273}"/>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AC340271-1830-B804-2970-1B67F8FEEFF6}"/>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B96D8717-FBC2-835B-7C04-1AC893F2BFE9}"/>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D442B54C-7706-0ADC-CCD1-AF0461BEA259}"/>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1CA7544E-DE7A-C78C-DE82-0B01C6F84467}"/>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E7AA5246-C5ED-91C8-8551-72A3D550D133}"/>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5699ABE7-8EA3-011D-F40C-9D0926AB08FB}"/>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A83380BA-61ED-4FFA-40A8-D388A4B2C6B6}"/>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F2127F57-BB08-3AF9-F26E-B897099BB464}"/>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0A387594-4B8A-705C-2C06-7412D4934924}"/>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BB5DF2C4-FCB3-65F0-FB00-BE3FDF890C6E}"/>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182620D0-2683-6A74-805D-6E012A47B76A}"/>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05BFBD1C-F5C9-DC7A-5C28-C146413D1E67}"/>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94AACEAD-0FD9-2801-C368-0089A2255581}"/>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F4A7B06B-55D7-59AE-895D-FF499762352E}"/>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E49BC61F-B076-36CD-86E9-8BA8124BDA74}"/>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3EDDF720-0A9B-F5CD-8719-9E4A0EFA5E16}"/>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398CED6C-E462-2D63-4D83-6250A49FA4A4}"/>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338BD470-83FE-7499-29AC-9AFF6A6F7497}"/>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B8EDBCA2-2EAD-23E8-057F-D181DC964C49}"/>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7623D7E2-4C2B-0BE3-3280-9ABBF1C685CB}"/>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A04B7809-4B28-A611-884F-C414FFF0E574}"/>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29173856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9_01 - BLANK">
    <p:bg>
      <p:bgPr>
        <a:solidFill>
          <a:schemeClr val="tx1"/>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CEB6E739-39F9-4E42-B265-0E28996ABE27}"/>
              </a:ext>
            </a:extLst>
          </p:cNvPr>
          <p:cNvSpPr>
            <a:spLocks noGrp="1"/>
          </p:cNvSpPr>
          <p:nvPr>
            <p:ph type="pic" sz="quarter" idx="11"/>
          </p:nvPr>
        </p:nvSpPr>
        <p:spPr>
          <a:xfrm>
            <a:off x="1" y="2571750"/>
            <a:ext cx="2516936" cy="2571750"/>
          </a:xfrm>
          <a:prstGeom prst="rect">
            <a:avLst/>
          </a:prstGeom>
        </p:spPr>
        <p:txBody>
          <a:bodyPr/>
          <a:lstStyle/>
          <a:p>
            <a:r>
              <a:rPr lang="en-US" dirty="0"/>
              <a:t>Click icon to add picture</a:t>
            </a:r>
          </a:p>
        </p:txBody>
      </p:sp>
      <p:pic>
        <p:nvPicPr>
          <p:cNvPr id="2" name="Picture 1" descr="A black and white logo&#10;&#10;Description automatically generated">
            <a:extLst>
              <a:ext uri="{FF2B5EF4-FFF2-40B4-BE49-F238E27FC236}">
                <a16:creationId xmlns:a16="http://schemas.microsoft.com/office/drawing/2014/main" id="{393BEA39-07DB-308E-D9D4-725F37F3A1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0164" y="4852221"/>
            <a:ext cx="800100" cy="125957"/>
          </a:xfrm>
          <a:prstGeom prst="rect">
            <a:avLst/>
          </a:prstGeom>
        </p:spPr>
      </p:pic>
      <p:grpSp>
        <p:nvGrpSpPr>
          <p:cNvPr id="4" name="Group 3">
            <a:extLst>
              <a:ext uri="{FF2B5EF4-FFF2-40B4-BE49-F238E27FC236}">
                <a16:creationId xmlns:a16="http://schemas.microsoft.com/office/drawing/2014/main" id="{9B94A843-8233-BB1E-BA4B-A0FA123D5E05}"/>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E258643F-6A51-6ED8-25E9-E94C529610F8}"/>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92AB2724-F0C9-156E-4AE0-5CDEB0ABF0BB}"/>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7" name="Rectangle 6">
              <a:extLst>
                <a:ext uri="{FF2B5EF4-FFF2-40B4-BE49-F238E27FC236}">
                  <a16:creationId xmlns:a16="http://schemas.microsoft.com/office/drawing/2014/main" id="{82EB732C-710D-0F1F-00E3-B2C8C94E3691}"/>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8" name="Rectangle 7">
              <a:extLst>
                <a:ext uri="{FF2B5EF4-FFF2-40B4-BE49-F238E27FC236}">
                  <a16:creationId xmlns:a16="http://schemas.microsoft.com/office/drawing/2014/main" id="{B130851D-8E20-4384-6002-FF1F197F9C22}"/>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9" name="Rectangle 8">
              <a:extLst>
                <a:ext uri="{FF2B5EF4-FFF2-40B4-BE49-F238E27FC236}">
                  <a16:creationId xmlns:a16="http://schemas.microsoft.com/office/drawing/2014/main" id="{DF447A5A-CC0B-0D5E-E038-15D47F3779C1}"/>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0" name="Rectangle 9">
              <a:extLst>
                <a:ext uri="{FF2B5EF4-FFF2-40B4-BE49-F238E27FC236}">
                  <a16:creationId xmlns:a16="http://schemas.microsoft.com/office/drawing/2014/main" id="{77F8A0E2-54AA-C82E-115C-372954D72C9F}"/>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 name="Rectangle 10">
              <a:extLst>
                <a:ext uri="{FF2B5EF4-FFF2-40B4-BE49-F238E27FC236}">
                  <a16:creationId xmlns:a16="http://schemas.microsoft.com/office/drawing/2014/main" id="{78015237-01BF-836D-4A02-0E0188978078}"/>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2" name="Rectangle 11">
              <a:extLst>
                <a:ext uri="{FF2B5EF4-FFF2-40B4-BE49-F238E27FC236}">
                  <a16:creationId xmlns:a16="http://schemas.microsoft.com/office/drawing/2014/main" id="{4A0CFD90-ACA0-0B12-4BAA-D1EF3362B28B}"/>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3" name="Rectangle 12">
              <a:extLst>
                <a:ext uri="{FF2B5EF4-FFF2-40B4-BE49-F238E27FC236}">
                  <a16:creationId xmlns:a16="http://schemas.microsoft.com/office/drawing/2014/main" id="{B92E13BF-13C7-7D72-6E09-92D6F769A12B}"/>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4" name="Rectangle 13">
              <a:extLst>
                <a:ext uri="{FF2B5EF4-FFF2-40B4-BE49-F238E27FC236}">
                  <a16:creationId xmlns:a16="http://schemas.microsoft.com/office/drawing/2014/main" id="{566FDF79-F028-789D-B3BF-03B04AA8F733}"/>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5" name="Rectangle 14">
              <a:extLst>
                <a:ext uri="{FF2B5EF4-FFF2-40B4-BE49-F238E27FC236}">
                  <a16:creationId xmlns:a16="http://schemas.microsoft.com/office/drawing/2014/main" id="{C2900A3B-D397-130F-CD33-948643A8CA70}"/>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6" name="Rectangle 15">
              <a:extLst>
                <a:ext uri="{FF2B5EF4-FFF2-40B4-BE49-F238E27FC236}">
                  <a16:creationId xmlns:a16="http://schemas.microsoft.com/office/drawing/2014/main" id="{B69075AC-CF4D-E1BD-8524-07491AC331EF}"/>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7" name="Rectangle 16">
              <a:extLst>
                <a:ext uri="{FF2B5EF4-FFF2-40B4-BE49-F238E27FC236}">
                  <a16:creationId xmlns:a16="http://schemas.microsoft.com/office/drawing/2014/main" id="{FA6E21DD-15F6-D7CD-51DE-B015563F8BB2}"/>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8" name="TextBox 17">
              <a:extLst>
                <a:ext uri="{FF2B5EF4-FFF2-40B4-BE49-F238E27FC236}">
                  <a16:creationId xmlns:a16="http://schemas.microsoft.com/office/drawing/2014/main" id="{E7F178BF-B9AF-2B1A-E811-4CE87C22537A}"/>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9" name="TextBox 18">
              <a:extLst>
                <a:ext uri="{FF2B5EF4-FFF2-40B4-BE49-F238E27FC236}">
                  <a16:creationId xmlns:a16="http://schemas.microsoft.com/office/drawing/2014/main" id="{81A3DEB6-761C-E70B-C384-972B8FEC24D3}"/>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77061782-C2B5-BFDC-2C39-81372233C1BC}"/>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1" name="TextBox 20">
              <a:extLst>
                <a:ext uri="{FF2B5EF4-FFF2-40B4-BE49-F238E27FC236}">
                  <a16:creationId xmlns:a16="http://schemas.microsoft.com/office/drawing/2014/main" id="{B4C86C49-D1FA-6F22-92E5-2AD3AA893793}"/>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2" name="TextBox 21">
              <a:extLst>
                <a:ext uri="{FF2B5EF4-FFF2-40B4-BE49-F238E27FC236}">
                  <a16:creationId xmlns:a16="http://schemas.microsoft.com/office/drawing/2014/main" id="{78382FB2-2B50-C6E1-2912-2105872A7319}"/>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3" name="TextBox 22">
              <a:extLst>
                <a:ext uri="{FF2B5EF4-FFF2-40B4-BE49-F238E27FC236}">
                  <a16:creationId xmlns:a16="http://schemas.microsoft.com/office/drawing/2014/main" id="{598F3CC6-FD40-FDC3-F865-B333D3882AD8}"/>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4" name="TextBox 23">
              <a:extLst>
                <a:ext uri="{FF2B5EF4-FFF2-40B4-BE49-F238E27FC236}">
                  <a16:creationId xmlns:a16="http://schemas.microsoft.com/office/drawing/2014/main" id="{69D03307-3528-2604-2F7E-630FBDA1E243}"/>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5" name="Rectangle 24">
              <a:extLst>
                <a:ext uri="{FF2B5EF4-FFF2-40B4-BE49-F238E27FC236}">
                  <a16:creationId xmlns:a16="http://schemas.microsoft.com/office/drawing/2014/main" id="{12FDA377-8DEE-2999-1724-AD0105887895}"/>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6" name="Rectangle 25">
              <a:extLst>
                <a:ext uri="{FF2B5EF4-FFF2-40B4-BE49-F238E27FC236}">
                  <a16:creationId xmlns:a16="http://schemas.microsoft.com/office/drawing/2014/main" id="{D9D6F03C-886B-844A-AC5C-273440AB24AC}"/>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7" name="Rectangle 26">
              <a:extLst>
                <a:ext uri="{FF2B5EF4-FFF2-40B4-BE49-F238E27FC236}">
                  <a16:creationId xmlns:a16="http://schemas.microsoft.com/office/drawing/2014/main" id="{E8C93B34-E403-0382-8862-62134E2FFFD5}"/>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8" name="Rectangle 27">
              <a:extLst>
                <a:ext uri="{FF2B5EF4-FFF2-40B4-BE49-F238E27FC236}">
                  <a16:creationId xmlns:a16="http://schemas.microsoft.com/office/drawing/2014/main" id="{9C66494C-A907-BEFF-8410-302D1892FF42}"/>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29" name="Rectangle 28">
              <a:extLst>
                <a:ext uri="{FF2B5EF4-FFF2-40B4-BE49-F238E27FC236}">
                  <a16:creationId xmlns:a16="http://schemas.microsoft.com/office/drawing/2014/main" id="{93CE85B3-B42B-4E13-6642-E6F5E4D311F7}"/>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0" name="Rectangle 29">
              <a:extLst>
                <a:ext uri="{FF2B5EF4-FFF2-40B4-BE49-F238E27FC236}">
                  <a16:creationId xmlns:a16="http://schemas.microsoft.com/office/drawing/2014/main" id="{F127B56D-EC50-4D4A-15C6-960744A2C994}"/>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1" name="Rectangle 30">
              <a:extLst>
                <a:ext uri="{FF2B5EF4-FFF2-40B4-BE49-F238E27FC236}">
                  <a16:creationId xmlns:a16="http://schemas.microsoft.com/office/drawing/2014/main" id="{D63323A2-57A1-F1B1-2999-C1CCF1A5D861}"/>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2" name="Rectangle 31">
              <a:extLst>
                <a:ext uri="{FF2B5EF4-FFF2-40B4-BE49-F238E27FC236}">
                  <a16:creationId xmlns:a16="http://schemas.microsoft.com/office/drawing/2014/main" id="{EBA21735-7865-EA4D-773B-1580D60E516C}"/>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F4851598-05E9-A07B-5D8F-1A362E150996}"/>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109F0B1A-5A79-AE55-7417-F082EE46B143}"/>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044F09AB-319F-46A0-AD32-EF6CE9B08BC7}"/>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6" name="Rectangle 35">
              <a:extLst>
                <a:ext uri="{FF2B5EF4-FFF2-40B4-BE49-F238E27FC236}">
                  <a16:creationId xmlns:a16="http://schemas.microsoft.com/office/drawing/2014/main" id="{1B914C96-1BF3-5244-E764-4E516EDDAD77}"/>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E2743C54-1C78-5432-EB1F-F5657599A6F6}"/>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822FE462-A2E7-18FD-ABE5-9F8FEAC09CF0}"/>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39" name="Rectangle 38">
              <a:extLst>
                <a:ext uri="{FF2B5EF4-FFF2-40B4-BE49-F238E27FC236}">
                  <a16:creationId xmlns:a16="http://schemas.microsoft.com/office/drawing/2014/main" id="{48E18CD8-28C9-FBB7-9727-ABDD4A2DB261}"/>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34058D43-FC58-137E-46A3-43ECFB11BB1F}"/>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45192624-644F-CD0E-E735-5D9EEEA07E9B}"/>
                </a:ext>
              </a:extLst>
            </p:cNvPr>
            <p:cNvGrpSpPr/>
            <p:nvPr/>
          </p:nvGrpSpPr>
          <p:grpSpPr>
            <a:xfrm>
              <a:off x="12546025" y="4361827"/>
              <a:ext cx="1903774" cy="391532"/>
              <a:chOff x="3264454" y="3165509"/>
              <a:chExt cx="1903774" cy="391532"/>
            </a:xfrm>
          </p:grpSpPr>
          <p:sp>
            <p:nvSpPr>
              <p:cNvPr id="50" name="TextBox 49">
                <a:extLst>
                  <a:ext uri="{FF2B5EF4-FFF2-40B4-BE49-F238E27FC236}">
                    <a16:creationId xmlns:a16="http://schemas.microsoft.com/office/drawing/2014/main" id="{9B7B7A05-73D1-8B12-77D5-F03A725DD7EB}"/>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1" name="Rectangle 50">
                <a:extLst>
                  <a:ext uri="{FF2B5EF4-FFF2-40B4-BE49-F238E27FC236}">
                    <a16:creationId xmlns:a16="http://schemas.microsoft.com/office/drawing/2014/main" id="{8BB6B8FA-8DAC-1A98-8E2C-7769406BA1E7}"/>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0B15A205-743E-B04F-A6A7-8D88211C3347}"/>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1FC78E43-B4E4-7C4B-8261-4E9AD40C312F}"/>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2" name="Rectangle: Rounded Corners 41">
              <a:extLst>
                <a:ext uri="{FF2B5EF4-FFF2-40B4-BE49-F238E27FC236}">
                  <a16:creationId xmlns:a16="http://schemas.microsoft.com/office/drawing/2014/main" id="{39022535-4A27-72A5-A11E-DC9A2A5B0F08}"/>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3" name="TextBox 42">
              <a:extLst>
                <a:ext uri="{FF2B5EF4-FFF2-40B4-BE49-F238E27FC236}">
                  <a16:creationId xmlns:a16="http://schemas.microsoft.com/office/drawing/2014/main" id="{9BAE8834-05D0-CB67-ED16-5E14B0A27070}"/>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4" name="Rectangle 43">
              <a:extLst>
                <a:ext uri="{FF2B5EF4-FFF2-40B4-BE49-F238E27FC236}">
                  <a16:creationId xmlns:a16="http://schemas.microsoft.com/office/drawing/2014/main" id="{CFB227AB-C78B-F816-2F4C-C97FA0EC2518}"/>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69D833B4-0620-ACB8-4DFC-1A63CA25EFEA}"/>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8FA48359-6315-DB9C-FF38-2580CE0FE5D7}"/>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AA11DB43-6EE7-E70A-65AC-3BA58248D2D2}"/>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0BA602FB-A112-6B74-8A7E-16E648735E2D}"/>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C483247D-317E-61BD-4A7E-1D4ADAAD6EE7}"/>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2300594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1_01 - BLAN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685800" y="685800"/>
            <a:ext cx="5270400" cy="3771900"/>
          </a:xfrm>
          <a:prstGeom prst="roundRect">
            <a:avLst>
              <a:gd name="adj" fmla="val 0"/>
            </a:avLst>
          </a:prstGeom>
        </p:spPr>
        <p:txBody>
          <a:bodyPr/>
          <a:lstStyle/>
          <a:p>
            <a:r>
              <a:rPr lang="en-US" dirty="0"/>
              <a:t>Click icon to add picture</a:t>
            </a:r>
          </a:p>
        </p:txBody>
      </p:sp>
      <p:sp>
        <p:nvSpPr>
          <p:cNvPr id="3" name="Title 4">
            <a:extLst>
              <a:ext uri="{FF2B5EF4-FFF2-40B4-BE49-F238E27FC236}">
                <a16:creationId xmlns:a16="http://schemas.microsoft.com/office/drawing/2014/main" id="{E614D36E-ECF9-42A6-B627-4D2F5657214A}"/>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0BF4138F-8076-0631-A9C8-9688A192F8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4" name="Group 3">
            <a:extLst>
              <a:ext uri="{FF2B5EF4-FFF2-40B4-BE49-F238E27FC236}">
                <a16:creationId xmlns:a16="http://schemas.microsoft.com/office/drawing/2014/main" id="{29C56F9E-545D-E34F-FBD3-E969F1DA23AC}"/>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AC0F76DC-F8E0-3E3A-667F-15CD585C5989}"/>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E8DF6E4C-F877-8FB3-25A8-F83F4E4972E9}"/>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B2DB9F1F-8146-9AA9-FC6A-6E45BA7E0E41}"/>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3023D2F9-70C1-86DF-9ED1-0509EFCF5F13}"/>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A77FDC3A-CB82-B719-AE93-C95FA7C48672}"/>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492CC1A6-177B-FA06-47AA-3E3A925D31D4}"/>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937C9715-BD64-73E4-96A2-805D6C14098E}"/>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8B6AFAF4-DF24-DF08-A7A4-A45AE7A58087}"/>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67E8E803-9928-8214-E963-DF4A0AEA683F}"/>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4883F34F-8846-794E-D66D-7897AB869BE9}"/>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ACD0E8E6-25FA-E80C-4FAE-9C5456A808BB}"/>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78A56D7C-9266-204B-EEA8-716B35521530}"/>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B1D8963F-5DA6-AB3D-D237-80F36F1D8369}"/>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3CBD6B63-F04A-4FD5-C484-0F68A276345F}"/>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B7B54D65-C5BC-F5C4-4CFC-AA775528433E}"/>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0AA1366E-D543-FAC9-03AC-D076D99CD9EF}"/>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0DB6522B-E1B3-F54C-849D-10086119CD3D}"/>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4FC5D5FC-8E79-4CE3-A69A-628BA821EF0F}"/>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3544E062-A369-E649-05D8-84F54728DAF1}"/>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576EE512-44FD-7069-F496-C2E4CF565157}"/>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9952DB97-76BC-0E84-7AB4-87EAE164F1C6}"/>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E7FD5538-E77A-4F63-C72E-843216C6DA50}"/>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29BCB8B8-E3FA-5850-BADB-58A6484F1AAA}"/>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38890FA0-D18C-61CD-35EA-CA1578FE7514}"/>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A19A83FF-609D-EDF2-8DC2-003454138543}"/>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1A9730E7-057A-085F-BBF9-284218731722}"/>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18A51042-C474-8DC3-8DC7-A75B2661B186}"/>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76B4138B-1718-1D17-3D0C-AF2AAA1152C2}"/>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C308F427-455B-B593-BC8A-54A54FAA945B}"/>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6AAA0FC3-71CF-C5B9-29EA-7522A9B95594}"/>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2E3F0B90-F18E-EA9B-E5BB-4280B0734D66}"/>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68FE7449-9D5B-61A3-0AD4-39772FD94E48}"/>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2722E27D-0AD8-CF11-716F-95B342F39767}"/>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D5F98188-7243-5195-27A1-0C5691E5708B}"/>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C8A260A7-C9F4-B876-4934-101E45B82D41}"/>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E3CF3C0B-13B0-45B5-E7BD-AA48EB86895D}"/>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D6389BEA-4BAF-C304-419D-8DF0D68CBC72}"/>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C3F66F14-CE30-CEE4-0E6C-A446D864C02E}"/>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9213D70B-948C-50B4-75D8-E4F18FAF9B15}"/>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A60A3142-1073-6AC1-E8A1-FB19FAE12A50}"/>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39D09E55-B752-CD14-A83A-E3606CA88705}"/>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B0849716-57D3-3398-B20F-874F6A2198C1}"/>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FEC1DA26-1AA7-9828-4C3C-FF1D538BEEDD}"/>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28C80268-9D60-2579-F2B6-C81E1A313676}"/>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87AB1176-DBF6-4D7A-60F9-03AC3BC3C7EC}"/>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4BD3EC26-AE2D-ED94-5C14-86D28C86895C}"/>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BF7428CF-3D1D-88D6-2524-692755D97D40}"/>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C02ABABA-BF44-CB2E-7E2C-F6C9F9569294}"/>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922F3E6B-C201-DDB6-116B-916BB3F61BAA}"/>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2095048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4_01 - BLAN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3187800" y="685800"/>
            <a:ext cx="5270400" cy="3771900"/>
          </a:xfrm>
          <a:prstGeom prst="roundRect">
            <a:avLst>
              <a:gd name="adj" fmla="val 0"/>
            </a:avLst>
          </a:prstGeom>
        </p:spPr>
        <p:txBody>
          <a:bodyPr/>
          <a:lstStyle/>
          <a:p>
            <a:r>
              <a:rPr lang="en-US" dirty="0"/>
              <a:t>Click icon to add picture</a:t>
            </a:r>
          </a:p>
        </p:txBody>
      </p:sp>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019300" y="153618"/>
            <a:ext cx="6438900" cy="424732"/>
          </a:xfrm>
          <a:prstGeom prst="rect">
            <a:avLst/>
          </a:prstGeom>
          <a:noFill/>
        </p:spPr>
        <p:txBody>
          <a:bodyPr wrap="square" rtlCol="0">
            <a:spAutoFit/>
          </a:bodyPr>
          <a:lstStyle>
            <a:lvl1pPr algn="r">
              <a:defRPr lang="en-US" sz="2400">
                <a:solidFill>
                  <a:schemeClr val="bg1"/>
                </a:solidFill>
                <a:ea typeface="+mn-ea"/>
                <a:cs typeface="+mn-cs"/>
              </a:defRPr>
            </a:lvl1pPr>
          </a:lstStyle>
          <a:p>
            <a:pPr marL="0" lvl="0"/>
            <a:r>
              <a:rPr lang="en-US"/>
              <a:t>ADD HERE YOUR TITLE</a:t>
            </a:r>
          </a:p>
        </p:txBody>
      </p:sp>
      <p:pic>
        <p:nvPicPr>
          <p:cNvPr id="2" name="Picture 1" descr="A black and white logo&#10;&#10;Description automatically generated">
            <a:extLst>
              <a:ext uri="{FF2B5EF4-FFF2-40B4-BE49-F238E27FC236}">
                <a16:creationId xmlns:a16="http://schemas.microsoft.com/office/drawing/2014/main" id="{42B9FFC8-144E-AD9A-5F49-E1F5AE5A9C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4" name="Group 3">
            <a:extLst>
              <a:ext uri="{FF2B5EF4-FFF2-40B4-BE49-F238E27FC236}">
                <a16:creationId xmlns:a16="http://schemas.microsoft.com/office/drawing/2014/main" id="{24702267-8128-3739-F3BA-61DF403235DE}"/>
              </a:ext>
            </a:extLst>
          </p:cNvPr>
          <p:cNvGrpSpPr/>
          <p:nvPr userDrawn="1"/>
        </p:nvGrpSpPr>
        <p:grpSpPr>
          <a:xfrm>
            <a:off x="9297976" y="0"/>
            <a:ext cx="3504134" cy="5111807"/>
            <a:chOff x="12397300" y="-1"/>
            <a:chExt cx="4672179" cy="6815743"/>
          </a:xfrm>
        </p:grpSpPr>
        <p:sp>
          <p:nvSpPr>
            <p:cNvPr id="5" name="Rectangle: Rounded Corners 4">
              <a:extLst>
                <a:ext uri="{FF2B5EF4-FFF2-40B4-BE49-F238E27FC236}">
                  <a16:creationId xmlns:a16="http://schemas.microsoft.com/office/drawing/2014/main" id="{26E9E700-E4C4-90D6-48A0-DE2B74E47069}"/>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50776AB2-E045-7CD0-987B-0BB6F6A506EF}"/>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90F54E06-B0FD-0E63-8831-A55967ECDAEC}"/>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A38AD454-AAF8-E4A8-A174-3EF02FE9BDF7}"/>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C1809EE8-0E71-5B1B-30AC-96A0B4EF4AF5}"/>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967F69FE-29B2-B3B5-B572-D92795EE4BB0}"/>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38234AD6-50CE-51AA-A707-5195E66CB336}"/>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9998980C-8297-E3AE-2906-2BF7FEFCA1C0}"/>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532508B8-3991-4D7E-FBEF-78BB582DFD8B}"/>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EDD6E4A0-2E4C-01C0-B941-5B1A54D6F86B}"/>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1EE53293-386E-E46D-2FEB-9E5DE27F44D0}"/>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76623DDA-064B-D475-8B97-859B22495F5E}"/>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EE263610-6133-498B-DBD1-DEA654EF9466}"/>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0F948210-DE21-B1DD-8E1C-6F18BB048DB1}"/>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5D5B884A-2951-F679-1DB3-C60BF508FFA2}"/>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BF3F2AD1-AC65-8446-5668-FA69C5523C92}"/>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4F01C690-4D29-684B-3B50-F37052EDCA43}"/>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A4725D6C-F712-3472-E67E-DA670FB6D314}"/>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C6DCD3AF-6925-CC45-2367-48ECC75F41DF}"/>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1899D953-870C-A4F3-CE2D-69F85E2D86A6}"/>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7F398D3D-D4F2-504D-7253-66FBC0FD7711}"/>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B4B31AB2-B7DA-41E7-E50C-4646579A1065}"/>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5D23867A-DA34-B39E-DFEA-938272EE78F3}"/>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21A9CAC2-57F8-E7C3-9B6A-F402264A3A5E}"/>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AE256AE9-9C11-D2B0-7E54-CB2237D217CC}"/>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09D21B52-8259-A28A-53AF-AF58BDF5CC3B}"/>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65DE9046-E7FE-429C-1D30-049E5CC9A00B}"/>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5C8320E7-AC13-096B-4B81-BB305C5E4D9A}"/>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83B84671-C16F-8C13-3D4E-B0BB4AF866E9}"/>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3ADBC604-AFFD-4C0F-F334-47FC133F0C67}"/>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9F9144E6-DB87-0AC5-F20B-52CBE9FD0185}"/>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04D64026-7465-A83E-5949-07B24EFFD203}"/>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B445AFA2-F0A4-BD1F-D741-864F9EA96847}"/>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940F73E5-CF57-51B2-72F3-58A76D196702}"/>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567ED52A-1573-045A-E95D-32D07FC0A217}"/>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0AFA0DB6-294B-ECD6-CCC6-B9F60992B963}"/>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46472295-348B-7258-7077-4ACA8646B107}"/>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FD4C2DBE-1A2A-AAE6-83C3-A29225222496}"/>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8644E7A8-93E7-8C78-46E3-7E567FFE0C64}"/>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E1F57A25-C390-CDD9-7203-938C1BA729C9}"/>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7A2B50ED-1538-A209-B01C-D46491054EA8}"/>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DC2D40A7-B283-6550-F73E-A2EB8C050E90}"/>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C333C313-8F86-2AC2-4250-2BD044D1026B}"/>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2CF896FA-4A08-3370-E090-E84800DBE83A}"/>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A510E41F-F676-356E-E006-8AA1E9AC852C}"/>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8D8E56EA-2723-A98F-4462-32B45E6B36F4}"/>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7915A6CF-EEF4-5FBB-11B2-CDE2EF38D65D}"/>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672EDB41-1F0B-CE8B-139D-DAF0B4B76EDF}"/>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AEDD3AED-1FAA-9037-1C34-EADE0DDB1B1D}"/>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20613884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6_01 - BLANK">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019300" y="153618"/>
            <a:ext cx="6438900" cy="424732"/>
          </a:xfrm>
          <a:prstGeom prst="rect">
            <a:avLst/>
          </a:prstGeom>
          <a:noFill/>
        </p:spPr>
        <p:txBody>
          <a:bodyPr wrap="square" rtlCol="0">
            <a:spAutoFit/>
          </a:bodyPr>
          <a:lstStyle>
            <a:lvl1pPr algn="r">
              <a:defRPr lang="en-US" sz="2400">
                <a:solidFill>
                  <a:schemeClr val="bg1"/>
                </a:solidFill>
                <a:ea typeface="+mn-ea"/>
                <a:cs typeface="+mn-cs"/>
              </a:defRPr>
            </a:lvl1pPr>
          </a:lstStyle>
          <a:p>
            <a:pPr marL="0" lvl="0"/>
            <a:r>
              <a:rPr lang="en-US"/>
              <a:t>ADD HERE YOUR TITLE</a:t>
            </a:r>
          </a:p>
        </p:txBody>
      </p:sp>
      <p:sp>
        <p:nvSpPr>
          <p:cNvPr id="4" name="Picture Placeholder 6">
            <a:extLst>
              <a:ext uri="{FF2B5EF4-FFF2-40B4-BE49-F238E27FC236}">
                <a16:creationId xmlns:a16="http://schemas.microsoft.com/office/drawing/2014/main" id="{C46AC66E-831B-481E-9DCA-6F38FC2799A1}"/>
              </a:ext>
            </a:extLst>
          </p:cNvPr>
          <p:cNvSpPr>
            <a:spLocks noGrp="1"/>
          </p:cNvSpPr>
          <p:nvPr>
            <p:ph type="pic" sz="quarter" idx="10"/>
          </p:nvPr>
        </p:nvSpPr>
        <p:spPr>
          <a:xfrm>
            <a:off x="4572000" y="685800"/>
            <a:ext cx="3886200" cy="3771900"/>
          </a:xfrm>
          <a:prstGeom prst="roundRect">
            <a:avLst>
              <a:gd name="adj" fmla="val 0"/>
            </a:avLst>
          </a:prstGeom>
        </p:spPr>
        <p:txBody>
          <a:bodyPr/>
          <a:lstStyle/>
          <a:p>
            <a:r>
              <a:rPr lang="en-US" dirty="0"/>
              <a:t>Click icon to add picture</a:t>
            </a:r>
          </a:p>
        </p:txBody>
      </p:sp>
      <p:pic>
        <p:nvPicPr>
          <p:cNvPr id="2" name="Picture 1" descr="A black and white logo&#10;&#10;Description automatically generated">
            <a:extLst>
              <a:ext uri="{FF2B5EF4-FFF2-40B4-BE49-F238E27FC236}">
                <a16:creationId xmlns:a16="http://schemas.microsoft.com/office/drawing/2014/main" id="{2F00D6FC-AD86-9F10-461F-1D2573690C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5" name="Group 4">
            <a:extLst>
              <a:ext uri="{FF2B5EF4-FFF2-40B4-BE49-F238E27FC236}">
                <a16:creationId xmlns:a16="http://schemas.microsoft.com/office/drawing/2014/main" id="{8DE2E24F-5CC1-349D-615F-CE60FF0D0BA6}"/>
              </a:ext>
            </a:extLst>
          </p:cNvPr>
          <p:cNvGrpSpPr/>
          <p:nvPr userDrawn="1"/>
        </p:nvGrpSpPr>
        <p:grpSpPr>
          <a:xfrm>
            <a:off x="9297976" y="0"/>
            <a:ext cx="3504134" cy="5111807"/>
            <a:chOff x="12397300" y="-1"/>
            <a:chExt cx="4672179" cy="6815743"/>
          </a:xfrm>
        </p:grpSpPr>
        <p:sp>
          <p:nvSpPr>
            <p:cNvPr id="6" name="Rectangle: Rounded Corners 5">
              <a:extLst>
                <a:ext uri="{FF2B5EF4-FFF2-40B4-BE49-F238E27FC236}">
                  <a16:creationId xmlns:a16="http://schemas.microsoft.com/office/drawing/2014/main" id="{D4B6EB76-A303-59E2-3431-858AADC76374}"/>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D2EB7B98-12C1-9112-FFF4-DD9DCD8A1148}"/>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8" name="Rectangle 7">
              <a:extLst>
                <a:ext uri="{FF2B5EF4-FFF2-40B4-BE49-F238E27FC236}">
                  <a16:creationId xmlns:a16="http://schemas.microsoft.com/office/drawing/2014/main" id="{778DD601-1723-9E44-513C-F1F8C0226713}"/>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9" name="Rectangle 8">
              <a:extLst>
                <a:ext uri="{FF2B5EF4-FFF2-40B4-BE49-F238E27FC236}">
                  <a16:creationId xmlns:a16="http://schemas.microsoft.com/office/drawing/2014/main" id="{D9632EB6-67B0-C860-5FE0-915111B7AF9C}"/>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0" name="Rectangle 9">
              <a:extLst>
                <a:ext uri="{FF2B5EF4-FFF2-40B4-BE49-F238E27FC236}">
                  <a16:creationId xmlns:a16="http://schemas.microsoft.com/office/drawing/2014/main" id="{510D47F2-CD86-9827-BE5A-8CE612C84603}"/>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 name="Rectangle 10">
              <a:extLst>
                <a:ext uri="{FF2B5EF4-FFF2-40B4-BE49-F238E27FC236}">
                  <a16:creationId xmlns:a16="http://schemas.microsoft.com/office/drawing/2014/main" id="{E3C618B5-0091-6A8A-F10F-34DB471C54EA}"/>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2" name="Rectangle 11">
              <a:extLst>
                <a:ext uri="{FF2B5EF4-FFF2-40B4-BE49-F238E27FC236}">
                  <a16:creationId xmlns:a16="http://schemas.microsoft.com/office/drawing/2014/main" id="{BF75D7A0-6E09-65D6-CBF7-F1A699CF0673}"/>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3" name="Rectangle 12">
              <a:extLst>
                <a:ext uri="{FF2B5EF4-FFF2-40B4-BE49-F238E27FC236}">
                  <a16:creationId xmlns:a16="http://schemas.microsoft.com/office/drawing/2014/main" id="{6C8BE870-1078-636B-F0FB-FADD14693F48}"/>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4" name="Rectangle 13">
              <a:extLst>
                <a:ext uri="{FF2B5EF4-FFF2-40B4-BE49-F238E27FC236}">
                  <a16:creationId xmlns:a16="http://schemas.microsoft.com/office/drawing/2014/main" id="{72965ED1-5592-4086-07C3-6E320753FDE1}"/>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5" name="Rectangle 14">
              <a:extLst>
                <a:ext uri="{FF2B5EF4-FFF2-40B4-BE49-F238E27FC236}">
                  <a16:creationId xmlns:a16="http://schemas.microsoft.com/office/drawing/2014/main" id="{B1D9C3A1-AF87-B556-7499-5B3C1358E764}"/>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6" name="Rectangle 15">
              <a:extLst>
                <a:ext uri="{FF2B5EF4-FFF2-40B4-BE49-F238E27FC236}">
                  <a16:creationId xmlns:a16="http://schemas.microsoft.com/office/drawing/2014/main" id="{8A81B458-2FCA-622F-6D20-8DF12D379820}"/>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7" name="Rectangle 16">
              <a:extLst>
                <a:ext uri="{FF2B5EF4-FFF2-40B4-BE49-F238E27FC236}">
                  <a16:creationId xmlns:a16="http://schemas.microsoft.com/office/drawing/2014/main" id="{16FB0B71-BC3A-F589-74F9-EC09E9AC1A3A}"/>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8" name="Rectangle 17">
              <a:extLst>
                <a:ext uri="{FF2B5EF4-FFF2-40B4-BE49-F238E27FC236}">
                  <a16:creationId xmlns:a16="http://schemas.microsoft.com/office/drawing/2014/main" id="{2B1F5846-C474-D06C-3178-7670788E7617}"/>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9" name="TextBox 18">
              <a:extLst>
                <a:ext uri="{FF2B5EF4-FFF2-40B4-BE49-F238E27FC236}">
                  <a16:creationId xmlns:a16="http://schemas.microsoft.com/office/drawing/2014/main" id="{DC0C7A58-F867-FBA3-055B-F4E34D6DE561}"/>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20" name="TextBox 19">
              <a:extLst>
                <a:ext uri="{FF2B5EF4-FFF2-40B4-BE49-F238E27FC236}">
                  <a16:creationId xmlns:a16="http://schemas.microsoft.com/office/drawing/2014/main" id="{71DA6E58-F410-348A-70F4-80377D9F00D8}"/>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FC03A50C-D0B4-88D5-9D84-67E4F705FC99}"/>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22" name="TextBox 21">
              <a:extLst>
                <a:ext uri="{FF2B5EF4-FFF2-40B4-BE49-F238E27FC236}">
                  <a16:creationId xmlns:a16="http://schemas.microsoft.com/office/drawing/2014/main" id="{8BAFBD1E-92D8-64C6-C779-CC51F9B4989F}"/>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23" name="TextBox 22">
              <a:extLst>
                <a:ext uri="{FF2B5EF4-FFF2-40B4-BE49-F238E27FC236}">
                  <a16:creationId xmlns:a16="http://schemas.microsoft.com/office/drawing/2014/main" id="{B1690768-AECB-0AB0-AEB0-45E1D28AE3EB}"/>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24" name="TextBox 23">
              <a:extLst>
                <a:ext uri="{FF2B5EF4-FFF2-40B4-BE49-F238E27FC236}">
                  <a16:creationId xmlns:a16="http://schemas.microsoft.com/office/drawing/2014/main" id="{43C72EDA-9B90-4098-6131-8617CA294BEF}"/>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25" name="TextBox 24">
              <a:extLst>
                <a:ext uri="{FF2B5EF4-FFF2-40B4-BE49-F238E27FC236}">
                  <a16:creationId xmlns:a16="http://schemas.microsoft.com/office/drawing/2014/main" id="{4317AD89-45D3-9E5C-2B39-A6A5A8EF38C7}"/>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26" name="Rectangle 25">
              <a:extLst>
                <a:ext uri="{FF2B5EF4-FFF2-40B4-BE49-F238E27FC236}">
                  <a16:creationId xmlns:a16="http://schemas.microsoft.com/office/drawing/2014/main" id="{1CB6988F-EF5F-84D2-DC4A-CB84B2301549}"/>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27" name="Rectangle 26">
              <a:extLst>
                <a:ext uri="{FF2B5EF4-FFF2-40B4-BE49-F238E27FC236}">
                  <a16:creationId xmlns:a16="http://schemas.microsoft.com/office/drawing/2014/main" id="{45C2FFC9-D95B-3835-6876-7C5DD2CE5100}"/>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28" name="Rectangle 27">
              <a:extLst>
                <a:ext uri="{FF2B5EF4-FFF2-40B4-BE49-F238E27FC236}">
                  <a16:creationId xmlns:a16="http://schemas.microsoft.com/office/drawing/2014/main" id="{A8CA1518-AFC9-05CC-8D52-5BAC42C7393D}"/>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29" name="Rectangle 28">
              <a:extLst>
                <a:ext uri="{FF2B5EF4-FFF2-40B4-BE49-F238E27FC236}">
                  <a16:creationId xmlns:a16="http://schemas.microsoft.com/office/drawing/2014/main" id="{572C8459-C801-31D2-D7AD-608DD698C702}"/>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30" name="Rectangle 29">
              <a:extLst>
                <a:ext uri="{FF2B5EF4-FFF2-40B4-BE49-F238E27FC236}">
                  <a16:creationId xmlns:a16="http://schemas.microsoft.com/office/drawing/2014/main" id="{C57BF2CC-843D-1EF7-E3FF-0D646D8C83E4}"/>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31" name="Rectangle 30">
              <a:extLst>
                <a:ext uri="{FF2B5EF4-FFF2-40B4-BE49-F238E27FC236}">
                  <a16:creationId xmlns:a16="http://schemas.microsoft.com/office/drawing/2014/main" id="{30673525-3925-FE80-BEBF-D2F006E276CD}"/>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32" name="Rectangle 31">
              <a:extLst>
                <a:ext uri="{FF2B5EF4-FFF2-40B4-BE49-F238E27FC236}">
                  <a16:creationId xmlns:a16="http://schemas.microsoft.com/office/drawing/2014/main" id="{057FE8DF-E29B-6C51-8EA7-2ECC4625E7DC}"/>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5FD4B572-2A95-79B3-CC5E-83FB66C71CA7}"/>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68CB2E90-5243-4EDA-738D-8525E2CF04D1}"/>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E92AB40F-2BA7-ECA3-C88A-1777E03CF7AE}"/>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680CCD7F-1D00-1FDF-BC58-2429035B8784}"/>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37" name="Rectangle 36">
              <a:extLst>
                <a:ext uri="{FF2B5EF4-FFF2-40B4-BE49-F238E27FC236}">
                  <a16:creationId xmlns:a16="http://schemas.microsoft.com/office/drawing/2014/main" id="{3187E198-0F22-9815-A8E7-69ADE5C8782F}"/>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AC53FFB0-A24C-7ABB-3B56-351F72150DCA}"/>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075D13A8-F845-5A2D-5539-7AE6F80710B6}"/>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40" name="Rectangle 39">
              <a:extLst>
                <a:ext uri="{FF2B5EF4-FFF2-40B4-BE49-F238E27FC236}">
                  <a16:creationId xmlns:a16="http://schemas.microsoft.com/office/drawing/2014/main" id="{8C53871F-BC26-82F1-8744-D701463A2167}"/>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4596EF46-906F-BDAE-0A12-E1553B05185F}"/>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9030E815-D1F5-9BD8-3099-9F22D328DC39}"/>
                </a:ext>
              </a:extLst>
            </p:cNvPr>
            <p:cNvGrpSpPr/>
            <p:nvPr/>
          </p:nvGrpSpPr>
          <p:grpSpPr>
            <a:xfrm>
              <a:off x="12546025" y="4361827"/>
              <a:ext cx="1903774" cy="391532"/>
              <a:chOff x="3264454" y="3165509"/>
              <a:chExt cx="1903774" cy="391532"/>
            </a:xfrm>
          </p:grpSpPr>
          <p:sp>
            <p:nvSpPr>
              <p:cNvPr id="51" name="TextBox 50">
                <a:extLst>
                  <a:ext uri="{FF2B5EF4-FFF2-40B4-BE49-F238E27FC236}">
                    <a16:creationId xmlns:a16="http://schemas.microsoft.com/office/drawing/2014/main" id="{8F89BCDF-B7D9-B60E-0149-49F675CA2D35}"/>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52" name="Rectangle 51">
                <a:extLst>
                  <a:ext uri="{FF2B5EF4-FFF2-40B4-BE49-F238E27FC236}">
                    <a16:creationId xmlns:a16="http://schemas.microsoft.com/office/drawing/2014/main" id="{88A3C8C7-363C-5556-3B05-50FB3349FA24}"/>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8961280F-A68E-C078-8DD4-DDC3830BCCFC}"/>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4" name="Rectangle 53">
                <a:extLst>
                  <a:ext uri="{FF2B5EF4-FFF2-40B4-BE49-F238E27FC236}">
                    <a16:creationId xmlns:a16="http://schemas.microsoft.com/office/drawing/2014/main" id="{02ACB054-7BB4-82FC-F707-DE5882195740}"/>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43" name="Rectangle: Rounded Corners 42">
              <a:extLst>
                <a:ext uri="{FF2B5EF4-FFF2-40B4-BE49-F238E27FC236}">
                  <a16:creationId xmlns:a16="http://schemas.microsoft.com/office/drawing/2014/main" id="{14CBDBCB-CF75-C0BF-9253-2A9B06606FE0}"/>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44" name="TextBox 43">
              <a:extLst>
                <a:ext uri="{FF2B5EF4-FFF2-40B4-BE49-F238E27FC236}">
                  <a16:creationId xmlns:a16="http://schemas.microsoft.com/office/drawing/2014/main" id="{EA415B8A-8827-6667-5367-B104B62820AB}"/>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45" name="Rectangle 44">
              <a:extLst>
                <a:ext uri="{FF2B5EF4-FFF2-40B4-BE49-F238E27FC236}">
                  <a16:creationId xmlns:a16="http://schemas.microsoft.com/office/drawing/2014/main" id="{55F0C62A-B595-EABA-FE14-12AD78F853CC}"/>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6D2752D7-1186-5205-DF92-CC23E0901F08}"/>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7" name="Rectangle 46">
              <a:extLst>
                <a:ext uri="{FF2B5EF4-FFF2-40B4-BE49-F238E27FC236}">
                  <a16:creationId xmlns:a16="http://schemas.microsoft.com/office/drawing/2014/main" id="{821E530B-BD65-B5C5-F223-C8E1DD0D23B6}"/>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13B5506D-DA89-98D7-4548-093BB2E88F67}"/>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BA19DBA6-4D75-B922-BFA9-77817CE33EEF}"/>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BB76B730-174C-9F72-4B4F-8CFB23A48B0B}"/>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3341384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MOCKUP option 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6411" y="1195071"/>
            <a:ext cx="1259840" cy="2719705"/>
          </a:xfrm>
          <a:prstGeom prst="rect">
            <a:avLst/>
          </a:prstGeom>
          <a:solidFill>
            <a:schemeClr val="accent1"/>
          </a:solidFill>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3180958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7_01 - BLANK">
    <p:bg>
      <p:bgPr>
        <a:solidFill>
          <a:schemeClr val="tx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3537600" y="1518750"/>
            <a:ext cx="4539600" cy="2106000"/>
          </a:xfrm>
          <a:prstGeom prst="rect">
            <a:avLst/>
          </a:prstGeom>
          <a:solidFill>
            <a:schemeClr val="accent1"/>
          </a:solidFill>
          <a:scene3d>
            <a:camera prst="perspectiveLeft" fov="1800000">
              <a:rot lat="0" lon="1800000" rev="0"/>
            </a:camera>
            <a:lightRig rig="threePt" dir="t"/>
          </a:scene3d>
        </p:spPr>
        <p:txBody>
          <a:bodyPr/>
          <a:lstStyle/>
          <a:p>
            <a:r>
              <a:rPr lang="en-US" dirty="0"/>
              <a:t>Click icon to add picture</a:t>
            </a:r>
          </a:p>
        </p:txBody>
      </p:sp>
    </p:spTree>
    <p:extLst>
      <p:ext uri="{BB962C8B-B14F-4D97-AF65-F5344CB8AC3E}">
        <p14:creationId xmlns:p14="http://schemas.microsoft.com/office/powerpoint/2010/main" val="2285972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MOCKUP option 6">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4225081" y="1607820"/>
            <a:ext cx="4178300" cy="1943100"/>
          </a:xfrm>
          <a:prstGeom prst="rect">
            <a:avLst/>
          </a:prstGeom>
          <a:solidFill>
            <a:schemeClr val="accent1"/>
          </a:solidFill>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1285734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MOCKUP option 2">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313181" y="1195071"/>
            <a:ext cx="1259840" cy="2719705"/>
          </a:xfrm>
          <a:prstGeom prst="rect">
            <a:avLst/>
          </a:prstGeom>
          <a:solidFill>
            <a:schemeClr val="accent1"/>
          </a:solidFill>
          <a:scene3d>
            <a:camera prst="perspectiveRight"/>
            <a:lightRig rig="threePt" dir="t"/>
          </a:scene3d>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631867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MOCKUP option 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3942081" y="1195071"/>
            <a:ext cx="1259840" cy="2719705"/>
          </a:xfrm>
          <a:prstGeom prst="rect">
            <a:avLst/>
          </a:prstGeom>
          <a:solidFill>
            <a:schemeClr val="accent1"/>
          </a:solidFill>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940897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MOCKUP option 4">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6261331" y="1195071"/>
            <a:ext cx="1259840" cy="2719705"/>
          </a:xfrm>
          <a:prstGeom prst="rect">
            <a:avLst/>
          </a:prstGeom>
          <a:solidFill>
            <a:schemeClr val="accent1"/>
          </a:solidFill>
          <a:scene3d>
            <a:camera prst="perspectiveLeft"/>
            <a:lightRig rig="threePt" dir="t"/>
          </a:scene3d>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6222102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MOCKUP option 5">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51555F-A749-4DD4-A2C9-97141F2B95C0}"/>
              </a:ext>
            </a:extLst>
          </p:cNvPr>
          <p:cNvSpPr>
            <a:spLocks noGrp="1"/>
          </p:cNvSpPr>
          <p:nvPr>
            <p:ph type="pic" sz="quarter" idx="10"/>
          </p:nvPr>
        </p:nvSpPr>
        <p:spPr>
          <a:xfrm rot="20280000">
            <a:off x="2230200" y="1090800"/>
            <a:ext cx="1098000" cy="2854800"/>
          </a:xfrm>
          <a:prstGeom prst="roundRect">
            <a:avLst>
              <a:gd name="adj" fmla="val 4833"/>
            </a:avLst>
          </a:prstGeom>
          <a:ln>
            <a:noFill/>
          </a:ln>
          <a:scene3d>
            <a:camera prst="perspectiveHeroicExtremeRightFacing" fov="4800000">
              <a:rot lat="449632" lon="20136784" rev="239998"/>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350">
                <a:solidFill>
                  <a:schemeClr val="lt1"/>
                </a:solidFill>
              </a:defRPr>
            </a:lvl1pPr>
          </a:lstStyle>
          <a:p>
            <a:pPr marL="0" lvl="0" algn="ctr"/>
            <a:r>
              <a:rPr lang="en-US" dirty="0"/>
              <a:t>Click icon to add picture</a:t>
            </a:r>
          </a:p>
        </p:txBody>
      </p:sp>
    </p:spTree>
    <p:extLst>
      <p:ext uri="{BB962C8B-B14F-4D97-AF65-F5344CB8AC3E}">
        <p14:creationId xmlns:p14="http://schemas.microsoft.com/office/powerpoint/2010/main" val="5579672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MOCKUP option 8">
    <p:bg>
      <p:bgPr>
        <a:solidFill>
          <a:schemeClr val="tx1"/>
        </a:solidFill>
        <a:effectLst/>
      </p:bgPr>
    </p:bg>
    <p:spTree>
      <p:nvGrpSpPr>
        <p:cNvPr id="1" name=""/>
        <p:cNvGrpSpPr/>
        <p:nvPr/>
      </p:nvGrpSpPr>
      <p:grpSpPr>
        <a:xfrm>
          <a:off x="0" y="0"/>
          <a:ext cx="0" cy="0"/>
          <a:chOff x="0" y="0"/>
          <a:chExt cx="0" cy="0"/>
        </a:xfrm>
      </p:grpSpPr>
      <p:sp>
        <p:nvSpPr>
          <p:cNvPr id="17" name="Picture Placeholder 5">
            <a:extLst>
              <a:ext uri="{FF2B5EF4-FFF2-40B4-BE49-F238E27FC236}">
                <a16:creationId xmlns:a16="http://schemas.microsoft.com/office/drawing/2014/main" id="{3605473E-2685-4DD2-B159-832979DD71B7}"/>
              </a:ext>
            </a:extLst>
          </p:cNvPr>
          <p:cNvSpPr>
            <a:spLocks noGrp="1"/>
          </p:cNvSpPr>
          <p:nvPr>
            <p:ph type="pic" sz="quarter" idx="13"/>
          </p:nvPr>
        </p:nvSpPr>
        <p:spPr>
          <a:xfrm>
            <a:off x="2982600" y="1589401"/>
            <a:ext cx="1037844" cy="1855475"/>
          </a:xfrm>
          <a:prstGeom prst="rect">
            <a:avLst/>
          </a:prstGeom>
          <a:solidFill>
            <a:schemeClr val="accent1"/>
          </a:solidFill>
        </p:spPr>
        <p:txBody>
          <a:bodyPr/>
          <a:lstStyle>
            <a:lvl1pPr>
              <a:defRPr sz="1000"/>
            </a:lvl1pPr>
          </a:lstStyle>
          <a:p>
            <a:r>
              <a:rPr lang="en-US" dirty="0"/>
              <a:t>Click icon to add picture</a:t>
            </a:r>
            <a:endParaRPr lang="uk-UA"/>
          </a:p>
        </p:txBody>
      </p:sp>
      <p:sp>
        <p:nvSpPr>
          <p:cNvPr id="18" name="Picture Placeholder 5">
            <a:extLst>
              <a:ext uri="{FF2B5EF4-FFF2-40B4-BE49-F238E27FC236}">
                <a16:creationId xmlns:a16="http://schemas.microsoft.com/office/drawing/2014/main" id="{0148B9DC-A940-406F-8289-9160A7A1D229}"/>
              </a:ext>
            </a:extLst>
          </p:cNvPr>
          <p:cNvSpPr>
            <a:spLocks noGrp="1"/>
          </p:cNvSpPr>
          <p:nvPr>
            <p:ph type="pic" sz="quarter" idx="12"/>
          </p:nvPr>
        </p:nvSpPr>
        <p:spPr>
          <a:xfrm>
            <a:off x="1195200" y="1589401"/>
            <a:ext cx="1037844" cy="1855475"/>
          </a:xfrm>
          <a:prstGeom prst="rect">
            <a:avLst/>
          </a:prstGeom>
          <a:solidFill>
            <a:schemeClr val="accent1"/>
          </a:solidFill>
        </p:spPr>
        <p:txBody>
          <a:bodyPr/>
          <a:lstStyle>
            <a:lvl1pPr>
              <a:defRPr sz="1000"/>
            </a:lvl1pPr>
          </a:lstStyle>
          <a:p>
            <a:r>
              <a:rPr lang="en-US" dirty="0"/>
              <a:t>Click icon to add picture</a:t>
            </a:r>
            <a:endParaRPr lang="uk-UA"/>
          </a:p>
        </p:txBody>
      </p:sp>
      <p:sp>
        <p:nvSpPr>
          <p:cNvPr id="19" name="Picture Placeholder 5">
            <a:extLst>
              <a:ext uri="{FF2B5EF4-FFF2-40B4-BE49-F238E27FC236}">
                <a16:creationId xmlns:a16="http://schemas.microsoft.com/office/drawing/2014/main" id="{58BAED62-30A9-452C-B3E4-5A4C68AFA176}"/>
              </a:ext>
            </a:extLst>
          </p:cNvPr>
          <p:cNvSpPr>
            <a:spLocks noGrp="1"/>
          </p:cNvSpPr>
          <p:nvPr>
            <p:ph type="pic" sz="quarter" idx="11"/>
          </p:nvPr>
        </p:nvSpPr>
        <p:spPr>
          <a:xfrm>
            <a:off x="1996200" y="1443600"/>
            <a:ext cx="1211580" cy="2157984"/>
          </a:xfrm>
          <a:prstGeom prst="rect">
            <a:avLst/>
          </a:prstGeom>
          <a:solidFill>
            <a:schemeClr val="accent1"/>
          </a:solidFill>
        </p:spPr>
        <p:txBody>
          <a:bodyPr/>
          <a:lstStyle>
            <a:lvl1pPr>
              <a:defRPr sz="1000"/>
            </a:lvl1pPr>
          </a:lstStyle>
          <a:p>
            <a:r>
              <a:rPr lang="en-US" dirty="0"/>
              <a:t>Click icon to add picture</a:t>
            </a:r>
            <a:endParaRPr lang="uk-UA"/>
          </a:p>
        </p:txBody>
      </p:sp>
    </p:spTree>
    <p:extLst>
      <p:ext uri="{BB962C8B-B14F-4D97-AF65-F5344CB8AC3E}">
        <p14:creationId xmlns:p14="http://schemas.microsoft.com/office/powerpoint/2010/main" val="4042106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MOCKUP option 12">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4017990" y="2156388"/>
            <a:ext cx="1965960" cy="3525955"/>
          </a:xfrm>
          <a:prstGeom prst="rect">
            <a:avLst/>
          </a:prstGeom>
          <a:solidFill>
            <a:schemeClr val="accent1"/>
          </a:solidFill>
        </p:spPr>
        <p:txBody>
          <a:bodyPr/>
          <a:lstStyle/>
          <a:p>
            <a:r>
              <a:rPr lang="en-US" dirty="0"/>
              <a:t>Click icon to add picture</a:t>
            </a:r>
            <a:endParaRPr lang="uk-UA"/>
          </a:p>
        </p:txBody>
      </p:sp>
      <p:sp>
        <p:nvSpPr>
          <p:cNvPr id="3" name="Picture Placeholder 2"/>
          <p:cNvSpPr>
            <a:spLocks noGrp="1"/>
          </p:cNvSpPr>
          <p:nvPr>
            <p:ph type="pic" sz="quarter" idx="11"/>
          </p:nvPr>
        </p:nvSpPr>
        <p:spPr>
          <a:xfrm>
            <a:off x="7477905" y="2156388"/>
            <a:ext cx="1965960" cy="3525955"/>
          </a:xfrm>
          <a:prstGeom prst="rect">
            <a:avLst/>
          </a:prstGeom>
          <a:solidFill>
            <a:schemeClr val="accent1"/>
          </a:solidFill>
        </p:spPr>
        <p:txBody>
          <a:bodyPr/>
          <a:lstStyle/>
          <a:p>
            <a:r>
              <a:rPr lang="en-US" dirty="0"/>
              <a:t>Click icon to add picture</a:t>
            </a:r>
            <a:endParaRPr lang="uk-UA"/>
          </a:p>
        </p:txBody>
      </p:sp>
      <p:sp>
        <p:nvSpPr>
          <p:cNvPr id="4" name="Picture Placeholder 2"/>
          <p:cNvSpPr>
            <a:spLocks noGrp="1"/>
          </p:cNvSpPr>
          <p:nvPr>
            <p:ph type="pic" sz="quarter" idx="12"/>
          </p:nvPr>
        </p:nvSpPr>
        <p:spPr>
          <a:xfrm>
            <a:off x="5568696" y="1851660"/>
            <a:ext cx="2304288" cy="4078224"/>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3790498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MOCKUP option 1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BCB33D3-7FC6-4DC2-95EB-12F4AD78CA33}"/>
              </a:ext>
            </a:extLst>
          </p:cNvPr>
          <p:cNvSpPr>
            <a:spLocks noGrp="1"/>
          </p:cNvSpPr>
          <p:nvPr>
            <p:ph type="pic" sz="quarter" idx="10"/>
          </p:nvPr>
        </p:nvSpPr>
        <p:spPr>
          <a:xfrm rot="1560000">
            <a:off x="5059800" y="646200"/>
            <a:ext cx="1557000" cy="32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900">
                <a:solidFill>
                  <a:schemeClr val="lt1"/>
                </a:solidFill>
              </a:defRPr>
            </a:lvl1pPr>
          </a:lstStyle>
          <a:p>
            <a:pPr marL="0" lvl="0" algn="ctr"/>
            <a:r>
              <a:rPr lang="en-US" dirty="0"/>
              <a:t>Click icon to add picture</a:t>
            </a:r>
          </a:p>
        </p:txBody>
      </p:sp>
      <p:sp>
        <p:nvSpPr>
          <p:cNvPr id="9" name="Picture Placeholder 2">
            <a:extLst>
              <a:ext uri="{FF2B5EF4-FFF2-40B4-BE49-F238E27FC236}">
                <a16:creationId xmlns:a16="http://schemas.microsoft.com/office/drawing/2014/main" id="{AA503DBF-31C9-46D2-A64C-C4773F440192}"/>
              </a:ext>
            </a:extLst>
          </p:cNvPr>
          <p:cNvSpPr>
            <a:spLocks noGrp="1"/>
          </p:cNvSpPr>
          <p:nvPr>
            <p:ph type="pic" sz="quarter" idx="11"/>
          </p:nvPr>
        </p:nvSpPr>
        <p:spPr>
          <a:xfrm rot="1560000">
            <a:off x="7542659" y="-214544"/>
            <a:ext cx="1557000" cy="32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900">
                <a:solidFill>
                  <a:schemeClr val="lt1"/>
                </a:solidFill>
              </a:defRPr>
            </a:lvl1pPr>
          </a:lstStyle>
          <a:p>
            <a:pPr marL="0" lvl="0" algn="ctr"/>
            <a:r>
              <a:rPr lang="en-US" dirty="0"/>
              <a:t>Click icon to add picture</a:t>
            </a:r>
          </a:p>
        </p:txBody>
      </p:sp>
      <p:sp>
        <p:nvSpPr>
          <p:cNvPr id="10" name="Picture Placeholder 2">
            <a:extLst>
              <a:ext uri="{FF2B5EF4-FFF2-40B4-BE49-F238E27FC236}">
                <a16:creationId xmlns:a16="http://schemas.microsoft.com/office/drawing/2014/main" id="{F9F14B78-D072-4B88-9606-DAB6CF65255A}"/>
              </a:ext>
            </a:extLst>
          </p:cNvPr>
          <p:cNvSpPr>
            <a:spLocks noGrp="1"/>
          </p:cNvSpPr>
          <p:nvPr>
            <p:ph type="pic" sz="quarter" idx="12"/>
          </p:nvPr>
        </p:nvSpPr>
        <p:spPr>
          <a:xfrm rot="1560000">
            <a:off x="5977583" y="2979243"/>
            <a:ext cx="1557000" cy="32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900">
                <a:solidFill>
                  <a:schemeClr val="lt1"/>
                </a:solidFill>
              </a:defRPr>
            </a:lvl1pPr>
          </a:lstStyle>
          <a:p>
            <a:pPr marL="0" lvl="0" algn="ctr"/>
            <a:r>
              <a:rPr lang="en-US" dirty="0"/>
              <a:t>Click icon to add picture</a:t>
            </a:r>
          </a:p>
        </p:txBody>
      </p:sp>
      <p:sp>
        <p:nvSpPr>
          <p:cNvPr id="12" name="Picture Placeholder 2">
            <a:extLst>
              <a:ext uri="{FF2B5EF4-FFF2-40B4-BE49-F238E27FC236}">
                <a16:creationId xmlns:a16="http://schemas.microsoft.com/office/drawing/2014/main" id="{92133701-B06D-438C-AF1A-FD2E103A9D7F}"/>
              </a:ext>
            </a:extLst>
          </p:cNvPr>
          <p:cNvSpPr>
            <a:spLocks noGrp="1"/>
          </p:cNvSpPr>
          <p:nvPr>
            <p:ph type="pic" sz="quarter" idx="13"/>
          </p:nvPr>
        </p:nvSpPr>
        <p:spPr>
          <a:xfrm rot="1560000">
            <a:off x="8126422" y="2793269"/>
            <a:ext cx="1557000" cy="32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900">
                <a:solidFill>
                  <a:schemeClr val="lt1"/>
                </a:solidFill>
              </a:defRPr>
            </a:lvl1pPr>
          </a:lstStyle>
          <a:p>
            <a:pPr marL="0" lvl="0" algn="ctr"/>
            <a:r>
              <a:rPr lang="en-US" dirty="0"/>
              <a:t>Click icon to add picture</a:t>
            </a:r>
          </a:p>
        </p:txBody>
      </p:sp>
    </p:spTree>
    <p:extLst>
      <p:ext uri="{BB962C8B-B14F-4D97-AF65-F5344CB8AC3E}">
        <p14:creationId xmlns:p14="http://schemas.microsoft.com/office/powerpoint/2010/main" val="27030667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MOCKUP option 9">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319400" y="111060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3166800" y="111060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5014200" y="111060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6861600" y="111060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2374417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MOCKUP option 9">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319400" y="123825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3166800" y="123825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5014200" y="123825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6861600" y="1238250"/>
            <a:ext cx="1191600" cy="2570400"/>
          </a:xfrm>
          <a:prstGeom prst="rect">
            <a:avLst/>
          </a:prstGeom>
          <a:solidFill>
            <a:schemeClr val="accent1"/>
          </a:solidFill>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4023179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MOCKUP option 27">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076E93-A81C-48AD-A313-F9508C334FC7}"/>
              </a:ext>
            </a:extLst>
          </p:cNvPr>
          <p:cNvSpPr>
            <a:spLocks noGrp="1"/>
          </p:cNvSpPr>
          <p:nvPr>
            <p:ph type="pic" sz="quarter" idx="11"/>
          </p:nvPr>
        </p:nvSpPr>
        <p:spPr>
          <a:xfrm>
            <a:off x="1303020" y="1499616"/>
            <a:ext cx="1865376" cy="2491740"/>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18155972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MOCKUP option 1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0EF940-579A-4520-8BE8-936951931675}"/>
              </a:ext>
            </a:extLst>
          </p:cNvPr>
          <p:cNvSpPr>
            <a:spLocks noGrp="1"/>
          </p:cNvSpPr>
          <p:nvPr>
            <p:ph type="pic" sz="quarter" idx="10"/>
          </p:nvPr>
        </p:nvSpPr>
        <p:spPr>
          <a:xfrm>
            <a:off x="4348801" y="1021080"/>
            <a:ext cx="2351087" cy="3124200"/>
          </a:xfrm>
          <a:prstGeom prst="rect">
            <a:avLst/>
          </a:prstGeom>
          <a:solidFill>
            <a:schemeClr val="accent1"/>
          </a:solidFill>
        </p:spPr>
        <p:txBody>
          <a:bodyPr/>
          <a:lstStyle>
            <a:lvl1pPr>
              <a:defRPr sz="900">
                <a:solidFill>
                  <a:schemeClr val="accent4"/>
                </a:solidFill>
              </a:defRPr>
            </a:lvl1pPr>
          </a:lstStyle>
          <a:p>
            <a:r>
              <a:rPr lang="en-US" dirty="0"/>
              <a:t>Click icon to add picture</a:t>
            </a:r>
          </a:p>
        </p:txBody>
      </p:sp>
    </p:spTree>
    <p:extLst>
      <p:ext uri="{BB962C8B-B14F-4D97-AF65-F5344CB8AC3E}">
        <p14:creationId xmlns:p14="http://schemas.microsoft.com/office/powerpoint/2010/main" val="1112439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MOCKUP option 2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8D99A39A-AA1D-4BDE-98F1-B3A30A1DAFFD}"/>
              </a:ext>
            </a:extLst>
          </p:cNvPr>
          <p:cNvSpPr>
            <a:spLocks noGrp="1"/>
          </p:cNvSpPr>
          <p:nvPr>
            <p:ph type="pic" sz="quarter" idx="11"/>
          </p:nvPr>
        </p:nvSpPr>
        <p:spPr>
          <a:xfrm>
            <a:off x="4752975" y="1371600"/>
            <a:ext cx="3019425" cy="2257425"/>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683204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MOCKUP option 22">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5152644" y="699516"/>
            <a:ext cx="4983480" cy="3735324"/>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36748439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MOCKUP option 21">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800000">
            <a:off x="2660904" y="-3538728"/>
            <a:ext cx="7347204" cy="5564124"/>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1798715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MOCKUP option 28">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A3DE550-6E56-4588-A5FD-D80A056A9D13}"/>
              </a:ext>
            </a:extLst>
          </p:cNvPr>
          <p:cNvSpPr>
            <a:spLocks noGrp="1"/>
          </p:cNvSpPr>
          <p:nvPr>
            <p:ph type="pic" sz="quarter" idx="10"/>
          </p:nvPr>
        </p:nvSpPr>
        <p:spPr>
          <a:xfrm>
            <a:off x="2546238" y="1209649"/>
            <a:ext cx="4092687" cy="2533676"/>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3158385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MOCKUP option 30">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4547412" y="1703044"/>
            <a:ext cx="2642870" cy="1627253"/>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3347607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MOCKUP option 26">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525615" y="1027996"/>
            <a:ext cx="4469268" cy="2757469"/>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2215630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MOCKUP option 29">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1290699" y="1546251"/>
            <a:ext cx="3152172" cy="1940839"/>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2166585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MOCKUP option 13">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5D560B-D2F9-4F71-BAEC-8B2E8D1C895E}"/>
              </a:ext>
            </a:extLst>
          </p:cNvPr>
          <p:cNvSpPr>
            <a:spLocks noGrp="1"/>
          </p:cNvSpPr>
          <p:nvPr>
            <p:ph type="pic" sz="quarter" idx="10"/>
          </p:nvPr>
        </p:nvSpPr>
        <p:spPr>
          <a:xfrm>
            <a:off x="4829176" y="1064420"/>
            <a:ext cx="3378200" cy="2599531"/>
          </a:xfrm>
          <a:custGeom>
            <a:avLst/>
            <a:gdLst>
              <a:gd name="connsiteX0" fmla="*/ 0 w 5918200"/>
              <a:gd name="connsiteY0" fmla="*/ 0 h 3916362"/>
              <a:gd name="connsiteX1" fmla="*/ 5918200 w 5918200"/>
              <a:gd name="connsiteY1" fmla="*/ 0 h 3916362"/>
              <a:gd name="connsiteX2" fmla="*/ 5918200 w 5918200"/>
              <a:gd name="connsiteY2" fmla="*/ 3916362 h 3916362"/>
              <a:gd name="connsiteX3" fmla="*/ 0 w 5918200"/>
              <a:gd name="connsiteY3" fmla="*/ 3916362 h 3916362"/>
              <a:gd name="connsiteX4" fmla="*/ 0 w 5918200"/>
              <a:gd name="connsiteY4" fmla="*/ 0 h 3916362"/>
              <a:gd name="connsiteX0" fmla="*/ 0 w 5918200"/>
              <a:gd name="connsiteY0" fmla="*/ 0 h 3916362"/>
              <a:gd name="connsiteX1" fmla="*/ 5918200 w 5918200"/>
              <a:gd name="connsiteY1" fmla="*/ 0 h 3916362"/>
              <a:gd name="connsiteX2" fmla="*/ 5911850 w 5918200"/>
              <a:gd name="connsiteY2" fmla="*/ 3833812 h 3916362"/>
              <a:gd name="connsiteX3" fmla="*/ 0 w 5918200"/>
              <a:gd name="connsiteY3" fmla="*/ 3916362 h 3916362"/>
              <a:gd name="connsiteX4" fmla="*/ 0 w 5918200"/>
              <a:gd name="connsiteY4" fmla="*/ 0 h 391636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914400 w 6750050"/>
              <a:gd name="connsiteY0" fmla="*/ 749300 h 5167312"/>
              <a:gd name="connsiteX1" fmla="*/ 6750050 w 6750050"/>
              <a:gd name="connsiteY1" fmla="*/ 0 h 5167312"/>
              <a:gd name="connsiteX2" fmla="*/ 5911850 w 6750050"/>
              <a:gd name="connsiteY2" fmla="*/ 5084762 h 5167312"/>
              <a:gd name="connsiteX3" fmla="*/ 0 w 6750050"/>
              <a:gd name="connsiteY3" fmla="*/ 5167312 h 5167312"/>
              <a:gd name="connsiteX4" fmla="*/ 914400 w 6750050"/>
              <a:gd name="connsiteY4" fmla="*/ 749300 h 5167312"/>
              <a:gd name="connsiteX0" fmla="*/ 914400 w 6756400"/>
              <a:gd name="connsiteY0" fmla="*/ 781050 h 5199062"/>
              <a:gd name="connsiteX1" fmla="*/ 6756400 w 6756400"/>
              <a:gd name="connsiteY1" fmla="*/ 0 h 5199062"/>
              <a:gd name="connsiteX2" fmla="*/ 5911850 w 6756400"/>
              <a:gd name="connsiteY2" fmla="*/ 5116512 h 5199062"/>
              <a:gd name="connsiteX3" fmla="*/ 0 w 6756400"/>
              <a:gd name="connsiteY3" fmla="*/ 5199062 h 5199062"/>
              <a:gd name="connsiteX4" fmla="*/ 914400 w 6756400"/>
              <a:gd name="connsiteY4" fmla="*/ 781050 h 5199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400" h="5199062">
                <a:moveTo>
                  <a:pt x="914400" y="781050"/>
                </a:moveTo>
                <a:lnTo>
                  <a:pt x="6756400" y="0"/>
                </a:lnTo>
                <a:cubicBezTo>
                  <a:pt x="6557433" y="1392237"/>
                  <a:pt x="6129867" y="3838575"/>
                  <a:pt x="5911850" y="5116512"/>
                </a:cubicBezTo>
                <a:lnTo>
                  <a:pt x="0" y="5199062"/>
                </a:lnTo>
                <a:lnTo>
                  <a:pt x="914400" y="781050"/>
                </a:lnTo>
                <a:close/>
              </a:path>
            </a:pathLst>
          </a:custGeom>
          <a:solidFill>
            <a:schemeClr val="accent1"/>
          </a:solidFill>
        </p:spPr>
        <p:txBody>
          <a:bodyPr/>
          <a:lstStyle>
            <a:lvl1pPr>
              <a:defRPr sz="1200"/>
            </a:lvl1pPr>
          </a:lstStyle>
          <a:p>
            <a:r>
              <a:rPr lang="en-US" dirty="0"/>
              <a:t>Click icon to add picture</a:t>
            </a:r>
          </a:p>
        </p:txBody>
      </p:sp>
    </p:spTree>
    <p:extLst>
      <p:ext uri="{BB962C8B-B14F-4D97-AF65-F5344CB8AC3E}">
        <p14:creationId xmlns:p14="http://schemas.microsoft.com/office/powerpoint/2010/main" val="1214268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MOCKUP option 31">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BFD967-56A8-431B-A205-17DC04225AF5}"/>
              </a:ext>
            </a:extLst>
          </p:cNvPr>
          <p:cNvSpPr>
            <a:spLocks noGrp="1"/>
          </p:cNvSpPr>
          <p:nvPr>
            <p:ph type="pic" sz="quarter" idx="11"/>
          </p:nvPr>
        </p:nvSpPr>
        <p:spPr>
          <a:xfrm>
            <a:off x="4661106" y="1847851"/>
            <a:ext cx="2638425" cy="1635125"/>
          </a:xfrm>
          <a:prstGeom prst="rect">
            <a:avLst/>
          </a:prstGeom>
          <a:solidFill>
            <a:schemeClr val="accent1"/>
          </a:solidFill>
        </p:spPr>
        <p:txBody>
          <a:bodyPr/>
          <a:lstStyle/>
          <a:p>
            <a:r>
              <a:rPr lang="en-US" dirty="0"/>
              <a:t>Click icon to add picture</a:t>
            </a:r>
          </a:p>
        </p:txBody>
      </p:sp>
    </p:spTree>
    <p:extLst>
      <p:ext uri="{BB962C8B-B14F-4D97-AF65-F5344CB8AC3E}">
        <p14:creationId xmlns:p14="http://schemas.microsoft.com/office/powerpoint/2010/main" val="2137482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MOCKUP option 16">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3134192" y="1521433"/>
            <a:ext cx="2875618" cy="1782122"/>
          </a:xfrm>
          <a:prstGeom prst="rect">
            <a:avLst/>
          </a:prstGeom>
          <a:solidFill>
            <a:schemeClr val="accent1"/>
          </a:solidFill>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3389009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MOCKUP option 24">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1062000" y="1242000"/>
            <a:ext cx="3259836" cy="1865376"/>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2625712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MOCKUP option 25">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4565159" y="1303852"/>
            <a:ext cx="3259836" cy="1865376"/>
          </a:xfrm>
          <a:prstGeom prst="rect">
            <a:avLst/>
          </a:prstGeom>
          <a:solidFill>
            <a:schemeClr val="accent1"/>
          </a:solidFill>
        </p:spPr>
        <p:txBody>
          <a:bodyPr/>
          <a:lstStyle/>
          <a:p>
            <a:r>
              <a:rPr lang="en-US" dirty="0"/>
              <a:t>Click icon to add picture</a:t>
            </a:r>
            <a:endParaRPr lang="uk-UA"/>
          </a:p>
        </p:txBody>
      </p:sp>
    </p:spTree>
    <p:extLst>
      <p:ext uri="{BB962C8B-B14F-4D97-AF65-F5344CB8AC3E}">
        <p14:creationId xmlns:p14="http://schemas.microsoft.com/office/powerpoint/2010/main" val="660641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MOCKUP option 15">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3089276" y="1565276"/>
            <a:ext cx="2965450" cy="1689100"/>
          </a:xfrm>
          <a:prstGeom prst="rect">
            <a:avLst/>
          </a:prstGeom>
          <a:solidFill>
            <a:schemeClr val="accent1"/>
          </a:solidFill>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424957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MOCKUP option 20">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54CB6AF-2D11-466A-854D-D9FCE0A11361}"/>
              </a:ext>
            </a:extLst>
          </p:cNvPr>
          <p:cNvSpPr>
            <a:spLocks noGrp="1"/>
          </p:cNvSpPr>
          <p:nvPr>
            <p:ph type="pic" sz="quarter" idx="11"/>
          </p:nvPr>
        </p:nvSpPr>
        <p:spPr>
          <a:xfrm>
            <a:off x="1478757" y="1537053"/>
            <a:ext cx="2116931" cy="1194242"/>
          </a:xfrm>
          <a:prstGeom prst="rect">
            <a:avLst/>
          </a:prstGeom>
          <a:solidFill>
            <a:schemeClr val="accent1"/>
          </a:solidFill>
        </p:spPr>
        <p:txBody>
          <a:bodyPr/>
          <a:lstStyle>
            <a:lvl1pPr>
              <a:defRPr sz="1000"/>
            </a:lvl1pPr>
          </a:lstStyle>
          <a:p>
            <a:r>
              <a:rPr lang="en-US" dirty="0"/>
              <a:t>Click icon to add picture</a:t>
            </a:r>
          </a:p>
        </p:txBody>
      </p:sp>
      <p:sp>
        <p:nvSpPr>
          <p:cNvPr id="16" name="Picture Placeholder 2">
            <a:extLst>
              <a:ext uri="{FF2B5EF4-FFF2-40B4-BE49-F238E27FC236}">
                <a16:creationId xmlns:a16="http://schemas.microsoft.com/office/drawing/2014/main" id="{BE875F6D-EBF4-49B4-BF83-6FAAAA15616E}"/>
              </a:ext>
            </a:extLst>
          </p:cNvPr>
          <p:cNvSpPr>
            <a:spLocks noGrp="1"/>
          </p:cNvSpPr>
          <p:nvPr>
            <p:ph type="pic" sz="quarter" idx="12"/>
          </p:nvPr>
        </p:nvSpPr>
        <p:spPr>
          <a:xfrm>
            <a:off x="5545168" y="1537053"/>
            <a:ext cx="2116931" cy="1194242"/>
          </a:xfrm>
          <a:prstGeom prst="rect">
            <a:avLst/>
          </a:prstGeom>
          <a:solidFill>
            <a:schemeClr val="accent1"/>
          </a:solidFill>
        </p:spPr>
        <p:txBody>
          <a:bodyPr/>
          <a:lstStyle>
            <a:lvl1pPr>
              <a:defRPr sz="1000"/>
            </a:lvl1pPr>
          </a:lstStyle>
          <a:p>
            <a:r>
              <a:rPr lang="en-US" dirty="0"/>
              <a:t>Click icon to add picture</a:t>
            </a:r>
          </a:p>
        </p:txBody>
      </p:sp>
      <p:sp>
        <p:nvSpPr>
          <p:cNvPr id="3" name="Picture Placeholder 2">
            <a:extLst>
              <a:ext uri="{FF2B5EF4-FFF2-40B4-BE49-F238E27FC236}">
                <a16:creationId xmlns:a16="http://schemas.microsoft.com/office/drawing/2014/main" id="{FEEB4D78-79B6-4F4C-B409-C47AFC95006B}"/>
              </a:ext>
            </a:extLst>
          </p:cNvPr>
          <p:cNvSpPr>
            <a:spLocks noGrp="1"/>
          </p:cNvSpPr>
          <p:nvPr>
            <p:ph type="pic" sz="quarter" idx="10"/>
          </p:nvPr>
        </p:nvSpPr>
        <p:spPr>
          <a:xfrm>
            <a:off x="3168254" y="1243807"/>
            <a:ext cx="2807494" cy="1589087"/>
          </a:xfrm>
          <a:prstGeom prst="rect">
            <a:avLst/>
          </a:prstGeom>
          <a:solidFill>
            <a:schemeClr val="accent1"/>
          </a:solidFill>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54115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MOCKUP option 1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1600200" y="1550671"/>
            <a:ext cx="1702912" cy="2023427"/>
          </a:xfrm>
          <a:prstGeom prst="roundRect">
            <a:avLst>
              <a:gd name="adj" fmla="val 14877"/>
            </a:avLst>
          </a:prstGeom>
          <a:solidFill>
            <a:schemeClr val="accent1"/>
          </a:solidFill>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271748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MOCKUP option 18">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5303669" y="1851026"/>
            <a:ext cx="1295747" cy="1511300"/>
          </a:xfrm>
          <a:prstGeom prst="roundRect">
            <a:avLst>
              <a:gd name="adj" fmla="val 14877"/>
            </a:avLst>
          </a:prstGeom>
          <a:solidFill>
            <a:schemeClr val="accent1"/>
          </a:solidFill>
        </p:spPr>
        <p:txBody>
          <a:bodyPr/>
          <a:lstStyle>
            <a:lvl1pPr>
              <a:defRPr sz="1000"/>
            </a:lvl1pPr>
          </a:lstStyle>
          <a:p>
            <a:r>
              <a:rPr lang="en-US" dirty="0"/>
              <a:t>Click icon to add picture</a:t>
            </a:r>
          </a:p>
        </p:txBody>
      </p:sp>
      <p:sp>
        <p:nvSpPr>
          <p:cNvPr id="10" name="Picture Placeholder 2">
            <a:extLst>
              <a:ext uri="{FF2B5EF4-FFF2-40B4-BE49-F238E27FC236}">
                <a16:creationId xmlns:a16="http://schemas.microsoft.com/office/drawing/2014/main" id="{74C6A049-70BF-4E57-B30A-1B1BD88032BC}"/>
              </a:ext>
            </a:extLst>
          </p:cNvPr>
          <p:cNvSpPr>
            <a:spLocks noGrp="1"/>
          </p:cNvSpPr>
          <p:nvPr>
            <p:ph type="pic" sz="quarter" idx="11"/>
          </p:nvPr>
        </p:nvSpPr>
        <p:spPr>
          <a:xfrm>
            <a:off x="4358788" y="1992631"/>
            <a:ext cx="1060544" cy="1266191"/>
          </a:xfrm>
          <a:prstGeom prst="roundRect">
            <a:avLst>
              <a:gd name="adj" fmla="val 16542"/>
            </a:avLst>
          </a:prstGeom>
          <a:solidFill>
            <a:schemeClr val="accent1"/>
          </a:solidFill>
        </p:spPr>
        <p:txBody>
          <a:bodyPr/>
          <a:lstStyle>
            <a:lvl1pPr>
              <a:defRPr sz="1000"/>
            </a:lvl1pPr>
          </a:lstStyle>
          <a:p>
            <a:r>
              <a:rPr lang="en-US" dirty="0"/>
              <a:t>Click icon to add picture</a:t>
            </a:r>
          </a:p>
        </p:txBody>
      </p:sp>
      <p:sp>
        <p:nvSpPr>
          <p:cNvPr id="12" name="Picture Placeholder 2">
            <a:extLst>
              <a:ext uri="{FF2B5EF4-FFF2-40B4-BE49-F238E27FC236}">
                <a16:creationId xmlns:a16="http://schemas.microsoft.com/office/drawing/2014/main" id="{1AF1054F-EE12-4246-A84C-F3DEC7330B90}"/>
              </a:ext>
            </a:extLst>
          </p:cNvPr>
          <p:cNvSpPr>
            <a:spLocks noGrp="1"/>
          </p:cNvSpPr>
          <p:nvPr>
            <p:ph type="pic" sz="quarter" idx="12"/>
          </p:nvPr>
        </p:nvSpPr>
        <p:spPr>
          <a:xfrm>
            <a:off x="6446351" y="1992631"/>
            <a:ext cx="1060544" cy="1266191"/>
          </a:xfrm>
          <a:prstGeom prst="roundRect">
            <a:avLst>
              <a:gd name="adj" fmla="val 16542"/>
            </a:avLst>
          </a:prstGeom>
          <a:solidFill>
            <a:schemeClr val="accent1"/>
          </a:solidFill>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120425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MOCKUP option 1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59CEDF-23B2-41CD-A753-8733F5FBF7C0}"/>
              </a:ext>
            </a:extLst>
          </p:cNvPr>
          <p:cNvSpPr>
            <a:spLocks noGrp="1"/>
          </p:cNvSpPr>
          <p:nvPr>
            <p:ph type="pic" sz="quarter" idx="10"/>
          </p:nvPr>
        </p:nvSpPr>
        <p:spPr>
          <a:xfrm>
            <a:off x="3180225" y="1466850"/>
            <a:ext cx="4649089" cy="2522872"/>
          </a:xfrm>
          <a:prstGeom prst="rect">
            <a:avLst/>
          </a:prstGeom>
          <a:solidFill>
            <a:schemeClr val="accent1"/>
          </a:solidFill>
        </p:spPr>
        <p:txBody>
          <a:bodyPr/>
          <a:lstStyle/>
          <a:p>
            <a:r>
              <a:rPr lang="en-US" dirty="0"/>
              <a:t>Click icon to add picture</a:t>
            </a:r>
          </a:p>
        </p:txBody>
      </p:sp>
    </p:spTree>
    <p:extLst>
      <p:ext uri="{BB962C8B-B14F-4D97-AF65-F5344CB8AC3E}">
        <p14:creationId xmlns:p14="http://schemas.microsoft.com/office/powerpoint/2010/main" val="3922978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IMAGE option 05">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3D589A9-0690-4D70-AC6B-7E02C990809B}"/>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
        <p:nvSpPr>
          <p:cNvPr id="5" name="Picture Placeholder 2">
            <a:extLst>
              <a:ext uri="{FF2B5EF4-FFF2-40B4-BE49-F238E27FC236}">
                <a16:creationId xmlns:a16="http://schemas.microsoft.com/office/drawing/2014/main" id="{1D032E74-E98C-4A65-8348-308DC5A57330}"/>
              </a:ext>
            </a:extLst>
          </p:cNvPr>
          <p:cNvSpPr>
            <a:spLocks noGrp="1"/>
          </p:cNvSpPr>
          <p:nvPr>
            <p:ph type="pic" sz="quarter" idx="11"/>
          </p:nvPr>
        </p:nvSpPr>
        <p:spPr>
          <a:xfrm>
            <a:off x="914400" y="1200150"/>
            <a:ext cx="2743200" cy="2743200"/>
          </a:xfrm>
          <a:prstGeom prst="ellipse">
            <a:avLst/>
          </a:prstGeom>
          <a:ln w="38100">
            <a:noFill/>
          </a:ln>
          <a:effectLst/>
        </p:spPr>
        <p:txBody>
          <a:bodyPr/>
          <a:lstStyle/>
          <a:p>
            <a:r>
              <a:rPr lang="en-US" dirty="0"/>
              <a:t>Click icon to add picture</a:t>
            </a:r>
            <a:endParaRPr lang="uk-UA"/>
          </a:p>
        </p:txBody>
      </p:sp>
    </p:spTree>
    <p:extLst>
      <p:ext uri="{BB962C8B-B14F-4D97-AF65-F5344CB8AC3E}">
        <p14:creationId xmlns:p14="http://schemas.microsoft.com/office/powerpoint/2010/main" val="3983647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IMAGE option 1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800"/>
            <a:ext cx="2547000" cy="2502000"/>
          </a:xfrm>
          <a:prstGeom prst="rect">
            <a:avLst/>
          </a:prstGeom>
        </p:spPr>
        <p:txBody>
          <a:bodyPr/>
          <a:lstStyle/>
          <a:p>
            <a:r>
              <a:rPr lang="en-US" dirty="0"/>
              <a:t>Click icon to add picture</a:t>
            </a:r>
            <a:endParaRPr lang="uk-UA"/>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3298500" y="685800"/>
            <a:ext cx="2547000" cy="2502000"/>
          </a:xfrm>
          <a:prstGeom prst="rect">
            <a:avLst/>
          </a:prstGeom>
        </p:spPr>
        <p:txBody>
          <a:bodyPr/>
          <a:lstStyle/>
          <a:p>
            <a:r>
              <a:rPr lang="en-US" dirty="0"/>
              <a:t>Click icon to add picture</a:t>
            </a:r>
            <a:endParaRPr lang="uk-UA"/>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5911200" y="685800"/>
            <a:ext cx="2547000" cy="2502000"/>
          </a:xfrm>
          <a:prstGeom prst="rect">
            <a:avLst/>
          </a:prstGeom>
        </p:spPr>
        <p:txBody>
          <a:bodyPr/>
          <a:lstStyle/>
          <a:p>
            <a:r>
              <a:rPr lang="en-US" dirty="0"/>
              <a:t>Click icon to add picture</a:t>
            </a:r>
            <a:endParaRPr lang="uk-UA"/>
          </a:p>
        </p:txBody>
      </p:sp>
      <p:sp>
        <p:nvSpPr>
          <p:cNvPr id="5" name="Title 4">
            <a:extLst>
              <a:ext uri="{FF2B5EF4-FFF2-40B4-BE49-F238E27FC236}">
                <a16:creationId xmlns:a16="http://schemas.microsoft.com/office/drawing/2014/main" id="{051B3C81-37F1-45BE-8A36-6F5B922614FC}"/>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32463323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IMAGE option 1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800"/>
            <a:ext cx="1890000" cy="1890000"/>
          </a:xfrm>
          <a:prstGeom prst="rect">
            <a:avLst/>
          </a:prstGeom>
        </p:spPr>
        <p:txBody>
          <a:bodyPr/>
          <a:lstStyle>
            <a:lvl1pPr>
              <a:defRPr sz="1400"/>
            </a:lvl1pPr>
          </a:lstStyle>
          <a:p>
            <a:r>
              <a:rPr lang="en-US" dirty="0"/>
              <a:t>Click icon to add picture</a:t>
            </a:r>
            <a:endParaRPr lang="uk-UA"/>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6568200" y="685800"/>
            <a:ext cx="1890000" cy="1890000"/>
          </a:xfrm>
          <a:prstGeom prst="rect">
            <a:avLst/>
          </a:prstGeom>
        </p:spPr>
        <p:txBody>
          <a:bodyPr/>
          <a:lstStyle>
            <a:lvl1pPr>
              <a:defRPr sz="1400"/>
            </a:lvl1pPr>
          </a:lstStyle>
          <a:p>
            <a:r>
              <a:rPr lang="en-US" dirty="0"/>
              <a:t>Click icon to add picture</a:t>
            </a:r>
            <a:endParaRPr lang="uk-UA"/>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4607401" y="685800"/>
            <a:ext cx="1890000" cy="1890000"/>
          </a:xfrm>
          <a:prstGeom prst="rect">
            <a:avLst/>
          </a:prstGeom>
        </p:spPr>
        <p:txBody>
          <a:bodyPr/>
          <a:lstStyle>
            <a:lvl1pPr>
              <a:defRPr sz="1400"/>
            </a:lvl1pPr>
          </a:lstStyle>
          <a:p>
            <a:r>
              <a:rPr lang="en-US" dirty="0"/>
              <a:t>Click icon to add picture</a:t>
            </a:r>
            <a:endParaRPr lang="uk-UA"/>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2646599" y="685800"/>
            <a:ext cx="1890000" cy="1890000"/>
          </a:xfrm>
          <a:prstGeom prst="rect">
            <a:avLst/>
          </a:prstGeom>
        </p:spPr>
        <p:txBody>
          <a:bodyPr/>
          <a:lstStyle>
            <a:lvl1pPr>
              <a:defRPr sz="1400"/>
            </a:lvl1pPr>
          </a:lstStyle>
          <a:p>
            <a:r>
              <a:rPr lang="en-US" dirty="0"/>
              <a:t>Click icon to add picture</a:t>
            </a:r>
            <a:endParaRPr lang="uk-UA"/>
          </a:p>
        </p:txBody>
      </p:sp>
      <p:sp>
        <p:nvSpPr>
          <p:cNvPr id="6" name="Title 4">
            <a:extLst>
              <a:ext uri="{FF2B5EF4-FFF2-40B4-BE49-F238E27FC236}">
                <a16:creationId xmlns:a16="http://schemas.microsoft.com/office/drawing/2014/main" id="{BDE31C0E-ED7D-4FBC-B3FC-8850A717228D}"/>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6311426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IMAGE option 36">
    <p:bg>
      <p:bgPr>
        <a:solidFill>
          <a:schemeClr val="tx1"/>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A01E19A8-58F0-4680-BA37-243AA8D2479B}"/>
              </a:ext>
            </a:extLst>
          </p:cNvPr>
          <p:cNvSpPr>
            <a:spLocks noGrp="1"/>
          </p:cNvSpPr>
          <p:nvPr>
            <p:ph type="pic" sz="quarter" idx="10"/>
          </p:nvPr>
        </p:nvSpPr>
        <p:spPr>
          <a:xfrm>
            <a:off x="685800" y="685801"/>
            <a:ext cx="1890000" cy="1854000"/>
          </a:xfrm>
          <a:prstGeom prst="rect">
            <a:avLst/>
          </a:prstGeom>
        </p:spPr>
        <p:txBody>
          <a:bodyPr/>
          <a:lstStyle>
            <a:lvl1pPr>
              <a:defRPr sz="1400"/>
            </a:lvl1pPr>
          </a:lstStyle>
          <a:p>
            <a:r>
              <a:rPr lang="en-US" dirty="0"/>
              <a:t>Click icon to add picture</a:t>
            </a:r>
            <a:endParaRPr lang="uk-UA"/>
          </a:p>
        </p:txBody>
      </p:sp>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4607401" y="685801"/>
            <a:ext cx="1890000" cy="1854000"/>
          </a:xfrm>
          <a:prstGeom prst="rect">
            <a:avLst/>
          </a:prstGeom>
        </p:spPr>
        <p:txBody>
          <a:bodyPr/>
          <a:lstStyle>
            <a:lvl1pPr>
              <a:defRPr sz="1400"/>
            </a:lvl1pPr>
          </a:lstStyle>
          <a:p>
            <a:r>
              <a:rPr lang="en-US" dirty="0"/>
              <a:t>Click icon to add picture</a:t>
            </a:r>
            <a:endParaRPr lang="uk-UA"/>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4607401" y="2603699"/>
            <a:ext cx="1890000" cy="1854000"/>
          </a:xfrm>
          <a:prstGeom prst="rect">
            <a:avLst/>
          </a:prstGeom>
        </p:spPr>
        <p:txBody>
          <a:bodyPr/>
          <a:lstStyle>
            <a:lvl1pPr>
              <a:defRPr sz="1400"/>
            </a:lvl1pPr>
          </a:lstStyle>
          <a:p>
            <a:r>
              <a:rPr lang="en-US" dirty="0"/>
              <a:t>Click icon to add picture</a:t>
            </a:r>
            <a:endParaRPr lang="uk-UA"/>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685800" y="2603699"/>
            <a:ext cx="1890000" cy="1854000"/>
          </a:xfrm>
          <a:prstGeom prst="rect">
            <a:avLst/>
          </a:prstGeom>
        </p:spPr>
        <p:txBody>
          <a:bodyPr/>
          <a:lstStyle>
            <a:lvl1pPr>
              <a:defRPr sz="1400"/>
            </a:lvl1pPr>
          </a:lstStyle>
          <a:p>
            <a:r>
              <a:rPr lang="en-US" dirty="0"/>
              <a:t>Click icon to add picture</a:t>
            </a:r>
            <a:endParaRPr lang="uk-UA"/>
          </a:p>
        </p:txBody>
      </p:sp>
      <p:sp>
        <p:nvSpPr>
          <p:cNvPr id="6" name="Title 4">
            <a:extLst>
              <a:ext uri="{FF2B5EF4-FFF2-40B4-BE49-F238E27FC236}">
                <a16:creationId xmlns:a16="http://schemas.microsoft.com/office/drawing/2014/main" id="{56E3EE0B-F4D7-4A15-858C-7B64D9236F77}"/>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3183574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IMAGE option 40">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B8E2D95-DBF1-4838-AC3D-96F341E8EC32}"/>
              </a:ext>
            </a:extLst>
          </p:cNvPr>
          <p:cNvSpPr>
            <a:spLocks noGrp="1"/>
          </p:cNvSpPr>
          <p:nvPr>
            <p:ph type="pic" sz="quarter" idx="11"/>
          </p:nvPr>
        </p:nvSpPr>
        <p:spPr>
          <a:xfrm>
            <a:off x="4892040" y="1266589"/>
            <a:ext cx="1225296" cy="1225296"/>
          </a:xfrm>
          <a:prstGeom prst="rect">
            <a:avLst/>
          </a:prstGeom>
        </p:spPr>
        <p:txBody>
          <a:bodyPr/>
          <a:lstStyle>
            <a:lvl1pPr>
              <a:defRPr sz="1200"/>
            </a:lvl1pPr>
          </a:lstStyle>
          <a:p>
            <a:r>
              <a:rPr lang="en-US" dirty="0"/>
              <a:t>Click icon to add picture</a:t>
            </a:r>
          </a:p>
        </p:txBody>
      </p:sp>
      <p:sp>
        <p:nvSpPr>
          <p:cNvPr id="5" name="Picture Placeholder 3">
            <a:extLst>
              <a:ext uri="{FF2B5EF4-FFF2-40B4-BE49-F238E27FC236}">
                <a16:creationId xmlns:a16="http://schemas.microsoft.com/office/drawing/2014/main" id="{90CB9292-A56B-4AF1-9C57-80C7BB9D0850}"/>
              </a:ext>
            </a:extLst>
          </p:cNvPr>
          <p:cNvSpPr>
            <a:spLocks noGrp="1"/>
          </p:cNvSpPr>
          <p:nvPr>
            <p:ph type="pic" sz="quarter" idx="10"/>
          </p:nvPr>
        </p:nvSpPr>
        <p:spPr>
          <a:xfrm>
            <a:off x="3026664" y="1266589"/>
            <a:ext cx="1225296" cy="1225296"/>
          </a:xfrm>
          <a:prstGeom prst="rect">
            <a:avLst/>
          </a:prstGeom>
        </p:spPr>
        <p:txBody>
          <a:bodyPr/>
          <a:lstStyle>
            <a:lvl1pPr>
              <a:defRPr sz="1200"/>
            </a:lvl1pPr>
          </a:lstStyle>
          <a:p>
            <a:r>
              <a:rPr lang="en-US" dirty="0"/>
              <a:t>Click icon to add picture</a:t>
            </a:r>
          </a:p>
        </p:txBody>
      </p:sp>
      <p:sp>
        <p:nvSpPr>
          <p:cNvPr id="4" name="Title 4">
            <a:extLst>
              <a:ext uri="{FF2B5EF4-FFF2-40B4-BE49-F238E27FC236}">
                <a16:creationId xmlns:a16="http://schemas.microsoft.com/office/drawing/2014/main" id="{3EC904EB-B2A2-479C-9B2E-50DCB0CD54DA}"/>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30681422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IMAGE option 43">
    <p:bg>
      <p:bgPr>
        <a:solidFill>
          <a:schemeClr val="tx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25D926C8-134F-4B4E-AFA6-422CF4396A99}"/>
              </a:ext>
            </a:extLst>
          </p:cNvPr>
          <p:cNvSpPr>
            <a:spLocks noGrp="1"/>
          </p:cNvSpPr>
          <p:nvPr>
            <p:ph type="pic" sz="quarter" idx="12"/>
          </p:nvPr>
        </p:nvSpPr>
        <p:spPr>
          <a:xfrm>
            <a:off x="2945950" y="1904550"/>
            <a:ext cx="1334850" cy="1334850"/>
          </a:xfrm>
          <a:prstGeom prst="ellipse">
            <a:avLst/>
          </a:prstGeom>
          <a:ln w="63500">
            <a:noFill/>
          </a:ln>
          <a:effectLst/>
        </p:spPr>
        <p:txBody>
          <a:bodyPr/>
          <a:lstStyle>
            <a:lvl1pPr>
              <a:defRPr sz="1000"/>
            </a:lvl1pPr>
          </a:lstStyle>
          <a:p>
            <a:r>
              <a:rPr lang="en-US" dirty="0"/>
              <a:t>Click icon to add picture</a:t>
            </a:r>
            <a:endParaRPr lang="uk-UA"/>
          </a:p>
        </p:txBody>
      </p:sp>
      <p:sp>
        <p:nvSpPr>
          <p:cNvPr id="14" name="Picture Placeholder 2">
            <a:extLst>
              <a:ext uri="{FF2B5EF4-FFF2-40B4-BE49-F238E27FC236}">
                <a16:creationId xmlns:a16="http://schemas.microsoft.com/office/drawing/2014/main" id="{E7A03C44-8D2E-4BFD-9CA2-776A82F3D046}"/>
              </a:ext>
            </a:extLst>
          </p:cNvPr>
          <p:cNvSpPr>
            <a:spLocks noGrp="1"/>
          </p:cNvSpPr>
          <p:nvPr>
            <p:ph type="pic" sz="quarter" idx="13"/>
          </p:nvPr>
        </p:nvSpPr>
        <p:spPr>
          <a:xfrm>
            <a:off x="4863200" y="1904550"/>
            <a:ext cx="1334850" cy="1334850"/>
          </a:xfrm>
          <a:prstGeom prst="ellipse">
            <a:avLst/>
          </a:prstGeom>
          <a:ln w="63500">
            <a:noFill/>
          </a:ln>
          <a:effectLst/>
        </p:spPr>
        <p:txBody>
          <a:bodyPr/>
          <a:lstStyle>
            <a:lvl1pPr>
              <a:defRPr sz="1000"/>
            </a:lvl1pPr>
          </a:lstStyle>
          <a:p>
            <a:r>
              <a:rPr lang="en-US" dirty="0"/>
              <a:t>Click icon to add picture</a:t>
            </a:r>
            <a:endParaRPr lang="uk-UA"/>
          </a:p>
        </p:txBody>
      </p:sp>
      <p:sp>
        <p:nvSpPr>
          <p:cNvPr id="15" name="Picture Placeholder 2">
            <a:extLst>
              <a:ext uri="{FF2B5EF4-FFF2-40B4-BE49-F238E27FC236}">
                <a16:creationId xmlns:a16="http://schemas.microsoft.com/office/drawing/2014/main" id="{F4B1582B-7009-4058-8A5C-E13B6D711671}"/>
              </a:ext>
            </a:extLst>
          </p:cNvPr>
          <p:cNvSpPr>
            <a:spLocks noGrp="1"/>
          </p:cNvSpPr>
          <p:nvPr>
            <p:ph type="pic" sz="quarter" idx="14"/>
          </p:nvPr>
        </p:nvSpPr>
        <p:spPr>
          <a:xfrm>
            <a:off x="6780450" y="1904550"/>
            <a:ext cx="1334850" cy="1334850"/>
          </a:xfrm>
          <a:prstGeom prst="ellipse">
            <a:avLst/>
          </a:prstGeom>
          <a:ln w="63500">
            <a:noFill/>
          </a:ln>
          <a:effectLst/>
        </p:spPr>
        <p:txBody>
          <a:bodyPr/>
          <a:lstStyle>
            <a:lvl1pPr>
              <a:defRPr sz="1000"/>
            </a:lvl1pPr>
          </a:lstStyle>
          <a:p>
            <a:r>
              <a:rPr lang="en-US" dirty="0"/>
              <a:t>Click icon to add picture</a:t>
            </a:r>
            <a:endParaRPr lang="uk-UA"/>
          </a:p>
        </p:txBody>
      </p:sp>
      <p:sp>
        <p:nvSpPr>
          <p:cNvPr id="4" name="Picture Placeholder 2">
            <a:extLst>
              <a:ext uri="{FF2B5EF4-FFF2-40B4-BE49-F238E27FC236}">
                <a16:creationId xmlns:a16="http://schemas.microsoft.com/office/drawing/2014/main" id="{ECE65DF2-591D-4F3E-B1AE-7D36BDC98605}"/>
              </a:ext>
            </a:extLst>
          </p:cNvPr>
          <p:cNvSpPr>
            <a:spLocks noGrp="1"/>
          </p:cNvSpPr>
          <p:nvPr>
            <p:ph type="pic" sz="quarter" idx="11"/>
          </p:nvPr>
        </p:nvSpPr>
        <p:spPr>
          <a:xfrm>
            <a:off x="1028700" y="1904550"/>
            <a:ext cx="1334850" cy="1334850"/>
          </a:xfrm>
          <a:prstGeom prst="ellipse">
            <a:avLst/>
          </a:prstGeom>
          <a:ln w="63500">
            <a:noFill/>
          </a:ln>
          <a:effectLst/>
        </p:spPr>
        <p:txBody>
          <a:bodyPr/>
          <a:lstStyle>
            <a:lvl1pPr>
              <a:defRPr sz="1000"/>
            </a:lvl1pPr>
          </a:lstStyle>
          <a:p>
            <a:r>
              <a:rPr lang="en-US" dirty="0"/>
              <a:t>Click icon to add picture</a:t>
            </a:r>
            <a:endParaRPr lang="uk-UA"/>
          </a:p>
        </p:txBody>
      </p:sp>
    </p:spTree>
    <p:extLst>
      <p:ext uri="{BB962C8B-B14F-4D97-AF65-F5344CB8AC3E}">
        <p14:creationId xmlns:p14="http://schemas.microsoft.com/office/powerpoint/2010/main" val="2831859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IMAGE option 20">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4607401" y="685801"/>
            <a:ext cx="1890000" cy="1854000"/>
          </a:xfrm>
          <a:prstGeom prst="rect">
            <a:avLst/>
          </a:prstGeom>
        </p:spPr>
        <p:txBody>
          <a:bodyPr/>
          <a:lstStyle>
            <a:lvl1pPr>
              <a:defRPr sz="1400"/>
            </a:lvl1pPr>
          </a:lstStyle>
          <a:p>
            <a:r>
              <a:rPr lang="en-US" dirty="0"/>
              <a:t>Click icon to add picture</a:t>
            </a:r>
            <a:endParaRPr lang="uk-UA"/>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4607401" y="2603699"/>
            <a:ext cx="1890000" cy="1854000"/>
          </a:xfrm>
          <a:prstGeom prst="rect">
            <a:avLst/>
          </a:prstGeom>
        </p:spPr>
        <p:txBody>
          <a:bodyPr/>
          <a:lstStyle>
            <a:lvl1pPr>
              <a:defRPr sz="1400"/>
            </a:lvl1pPr>
          </a:lstStyle>
          <a:p>
            <a:r>
              <a:rPr lang="en-US" dirty="0"/>
              <a:t>Click icon to add picture</a:t>
            </a:r>
            <a:endParaRPr lang="uk-UA"/>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685800" y="2603699"/>
            <a:ext cx="1890000" cy="1854000"/>
          </a:xfrm>
          <a:prstGeom prst="rect">
            <a:avLst/>
          </a:prstGeom>
        </p:spPr>
        <p:txBody>
          <a:bodyPr/>
          <a:lstStyle>
            <a:lvl1pPr>
              <a:defRPr sz="1400"/>
            </a:lvl1pPr>
          </a:lstStyle>
          <a:p>
            <a:r>
              <a:rPr lang="en-US" dirty="0"/>
              <a:t>Click icon to add picture</a:t>
            </a:r>
            <a:endParaRPr lang="uk-UA"/>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2646599" y="685801"/>
            <a:ext cx="1890000" cy="1854000"/>
          </a:xfrm>
          <a:prstGeom prst="rect">
            <a:avLst/>
          </a:prstGeom>
        </p:spPr>
        <p:txBody>
          <a:bodyPr/>
          <a:lstStyle>
            <a:lvl1pPr>
              <a:defRPr sz="1400"/>
            </a:lvl1pPr>
          </a:lstStyle>
          <a:p>
            <a:r>
              <a:rPr lang="en-US" dirty="0"/>
              <a:t>Click icon to add picture</a:t>
            </a:r>
            <a:endParaRPr lang="uk-UA"/>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2646599" y="2603699"/>
            <a:ext cx="1890000" cy="1854000"/>
          </a:xfrm>
          <a:prstGeom prst="rect">
            <a:avLst/>
          </a:prstGeom>
        </p:spPr>
        <p:txBody>
          <a:bodyPr/>
          <a:lstStyle>
            <a:lvl1pPr>
              <a:defRPr sz="1400"/>
            </a:lvl1pPr>
          </a:lstStyle>
          <a:p>
            <a:r>
              <a:rPr lang="en-US" dirty="0"/>
              <a:t>Click icon to add picture</a:t>
            </a:r>
            <a:endParaRPr lang="uk-UA"/>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6568200" y="685801"/>
            <a:ext cx="1890000" cy="1854000"/>
          </a:xfrm>
          <a:prstGeom prst="rect">
            <a:avLst/>
          </a:prstGeom>
        </p:spPr>
        <p:txBody>
          <a:bodyPr/>
          <a:lstStyle>
            <a:lvl1pPr>
              <a:defRPr sz="1400"/>
            </a:lvl1pPr>
          </a:lstStyle>
          <a:p>
            <a:r>
              <a:rPr lang="en-US" dirty="0"/>
              <a:t>Click icon to add picture</a:t>
            </a:r>
            <a:endParaRPr lang="uk-UA"/>
          </a:p>
        </p:txBody>
      </p:sp>
      <p:sp>
        <p:nvSpPr>
          <p:cNvPr id="11" name="Title 4">
            <a:extLst>
              <a:ext uri="{FF2B5EF4-FFF2-40B4-BE49-F238E27FC236}">
                <a16:creationId xmlns:a16="http://schemas.microsoft.com/office/drawing/2014/main" id="{9362819E-B2B5-455B-AA2D-A8DAF1066AC6}"/>
              </a:ext>
            </a:extLst>
          </p:cNvPr>
          <p:cNvSpPr>
            <a:spLocks noGrp="1"/>
          </p:cNvSpPr>
          <p:nvPr>
            <p:ph type="title" hasCustomPrompt="1"/>
          </p:nvPr>
        </p:nvSpPr>
        <p:spPr>
          <a:xfrm>
            <a:off x="2019300" y="153618"/>
            <a:ext cx="6438900" cy="424732"/>
          </a:xfrm>
          <a:prstGeom prst="rect">
            <a:avLst/>
          </a:prstGeom>
          <a:noFill/>
        </p:spPr>
        <p:txBody>
          <a:bodyPr wrap="square" rtlCol="0">
            <a:spAutoFit/>
          </a:bodyPr>
          <a:lstStyle>
            <a:lvl1pPr algn="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2910354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IMAGE option 3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799"/>
            <a:ext cx="1260000" cy="1260000"/>
          </a:xfrm>
          <a:prstGeom prst="rect">
            <a:avLst/>
          </a:prstGeom>
        </p:spPr>
        <p:txBody>
          <a:bodyPr/>
          <a:lstStyle>
            <a:lvl1pPr>
              <a:defRPr sz="900"/>
            </a:lvl1pPr>
          </a:lstStyle>
          <a:p>
            <a:r>
              <a:rPr lang="en-US" dirty="0"/>
              <a:t>Click icon to add picture</a:t>
            </a:r>
            <a:endParaRPr lang="uk-UA"/>
          </a:p>
        </p:txBody>
      </p:sp>
      <p:sp>
        <p:nvSpPr>
          <p:cNvPr id="24" name="Picture Placeholder 3">
            <a:extLst>
              <a:ext uri="{FF2B5EF4-FFF2-40B4-BE49-F238E27FC236}">
                <a16:creationId xmlns:a16="http://schemas.microsoft.com/office/drawing/2014/main" id="{4D6CAF51-6BDC-498B-A477-237F7A227F5F}"/>
              </a:ext>
            </a:extLst>
          </p:cNvPr>
          <p:cNvSpPr>
            <a:spLocks noGrp="1"/>
          </p:cNvSpPr>
          <p:nvPr>
            <p:ph type="pic" sz="quarter" idx="11"/>
          </p:nvPr>
        </p:nvSpPr>
        <p:spPr>
          <a:xfrm>
            <a:off x="1945800" y="685799"/>
            <a:ext cx="1260000" cy="1260000"/>
          </a:xfrm>
          <a:prstGeom prst="rect">
            <a:avLst/>
          </a:prstGeom>
        </p:spPr>
        <p:txBody>
          <a:bodyPr/>
          <a:lstStyle>
            <a:lvl1pPr>
              <a:defRPr sz="900"/>
            </a:lvl1pPr>
          </a:lstStyle>
          <a:p>
            <a:r>
              <a:rPr lang="en-US" dirty="0"/>
              <a:t>Click icon to add picture</a:t>
            </a:r>
            <a:endParaRPr lang="uk-UA"/>
          </a:p>
        </p:txBody>
      </p:sp>
      <p:sp>
        <p:nvSpPr>
          <p:cNvPr id="25" name="Picture Placeholder 3">
            <a:extLst>
              <a:ext uri="{FF2B5EF4-FFF2-40B4-BE49-F238E27FC236}">
                <a16:creationId xmlns:a16="http://schemas.microsoft.com/office/drawing/2014/main" id="{90441955-A97F-4CDA-9F8E-65C8BCEFD3D4}"/>
              </a:ext>
            </a:extLst>
          </p:cNvPr>
          <p:cNvSpPr>
            <a:spLocks noGrp="1"/>
          </p:cNvSpPr>
          <p:nvPr>
            <p:ph type="pic" sz="quarter" idx="12"/>
          </p:nvPr>
        </p:nvSpPr>
        <p:spPr>
          <a:xfrm>
            <a:off x="3205800" y="685799"/>
            <a:ext cx="1260000" cy="1260000"/>
          </a:xfrm>
          <a:prstGeom prst="rect">
            <a:avLst/>
          </a:prstGeom>
        </p:spPr>
        <p:txBody>
          <a:bodyPr/>
          <a:lstStyle>
            <a:lvl1pPr>
              <a:defRPr sz="900"/>
            </a:lvl1pPr>
          </a:lstStyle>
          <a:p>
            <a:r>
              <a:rPr lang="en-US" dirty="0"/>
              <a:t>Click icon to add picture</a:t>
            </a:r>
            <a:endParaRPr lang="uk-UA"/>
          </a:p>
        </p:txBody>
      </p:sp>
      <p:sp>
        <p:nvSpPr>
          <p:cNvPr id="26" name="Picture Placeholder 3">
            <a:extLst>
              <a:ext uri="{FF2B5EF4-FFF2-40B4-BE49-F238E27FC236}">
                <a16:creationId xmlns:a16="http://schemas.microsoft.com/office/drawing/2014/main" id="{34091CEE-A618-459D-8440-5B817743F9C9}"/>
              </a:ext>
            </a:extLst>
          </p:cNvPr>
          <p:cNvSpPr>
            <a:spLocks noGrp="1"/>
          </p:cNvSpPr>
          <p:nvPr>
            <p:ph type="pic" sz="quarter" idx="13"/>
          </p:nvPr>
        </p:nvSpPr>
        <p:spPr>
          <a:xfrm>
            <a:off x="685800" y="1945800"/>
            <a:ext cx="1260000" cy="1260000"/>
          </a:xfrm>
          <a:prstGeom prst="rect">
            <a:avLst/>
          </a:prstGeom>
        </p:spPr>
        <p:txBody>
          <a:bodyPr/>
          <a:lstStyle>
            <a:lvl1pPr>
              <a:defRPr sz="900"/>
            </a:lvl1pPr>
          </a:lstStyle>
          <a:p>
            <a:r>
              <a:rPr lang="en-US" dirty="0"/>
              <a:t>Click icon to add picture</a:t>
            </a:r>
            <a:endParaRPr lang="uk-UA"/>
          </a:p>
        </p:txBody>
      </p:sp>
      <p:sp>
        <p:nvSpPr>
          <p:cNvPr id="27" name="Picture Placeholder 3">
            <a:extLst>
              <a:ext uri="{FF2B5EF4-FFF2-40B4-BE49-F238E27FC236}">
                <a16:creationId xmlns:a16="http://schemas.microsoft.com/office/drawing/2014/main" id="{6A2A6811-5688-499E-AFFE-209FF0846F7B}"/>
              </a:ext>
            </a:extLst>
          </p:cNvPr>
          <p:cNvSpPr>
            <a:spLocks noGrp="1"/>
          </p:cNvSpPr>
          <p:nvPr>
            <p:ph type="pic" sz="quarter" idx="14"/>
          </p:nvPr>
        </p:nvSpPr>
        <p:spPr>
          <a:xfrm>
            <a:off x="1945800" y="1945800"/>
            <a:ext cx="1260000" cy="1260000"/>
          </a:xfrm>
          <a:prstGeom prst="rect">
            <a:avLst/>
          </a:prstGeom>
        </p:spPr>
        <p:txBody>
          <a:bodyPr/>
          <a:lstStyle>
            <a:lvl1pPr>
              <a:defRPr sz="900"/>
            </a:lvl1pPr>
          </a:lstStyle>
          <a:p>
            <a:r>
              <a:rPr lang="en-US" dirty="0"/>
              <a:t>Click icon to add picture</a:t>
            </a:r>
            <a:endParaRPr lang="uk-UA"/>
          </a:p>
        </p:txBody>
      </p:sp>
      <p:sp>
        <p:nvSpPr>
          <p:cNvPr id="28" name="Picture Placeholder 3">
            <a:extLst>
              <a:ext uri="{FF2B5EF4-FFF2-40B4-BE49-F238E27FC236}">
                <a16:creationId xmlns:a16="http://schemas.microsoft.com/office/drawing/2014/main" id="{6816AFA0-6B0E-411B-A44B-9433003B1E60}"/>
              </a:ext>
            </a:extLst>
          </p:cNvPr>
          <p:cNvSpPr>
            <a:spLocks noGrp="1"/>
          </p:cNvSpPr>
          <p:nvPr>
            <p:ph type="pic" sz="quarter" idx="15"/>
          </p:nvPr>
        </p:nvSpPr>
        <p:spPr>
          <a:xfrm>
            <a:off x="3205800" y="1945800"/>
            <a:ext cx="1260000" cy="1260000"/>
          </a:xfrm>
          <a:prstGeom prst="rect">
            <a:avLst/>
          </a:prstGeom>
        </p:spPr>
        <p:txBody>
          <a:bodyPr/>
          <a:lstStyle>
            <a:lvl1pPr>
              <a:defRPr sz="900"/>
            </a:lvl1pPr>
          </a:lstStyle>
          <a:p>
            <a:r>
              <a:rPr lang="en-US" dirty="0"/>
              <a:t>Click icon to add picture</a:t>
            </a:r>
            <a:endParaRPr lang="uk-UA"/>
          </a:p>
        </p:txBody>
      </p:sp>
      <p:sp>
        <p:nvSpPr>
          <p:cNvPr id="29" name="Picture Placeholder 3">
            <a:extLst>
              <a:ext uri="{FF2B5EF4-FFF2-40B4-BE49-F238E27FC236}">
                <a16:creationId xmlns:a16="http://schemas.microsoft.com/office/drawing/2014/main" id="{F33CACAB-EFD3-4423-A56F-67BF87122A24}"/>
              </a:ext>
            </a:extLst>
          </p:cNvPr>
          <p:cNvSpPr>
            <a:spLocks noGrp="1"/>
          </p:cNvSpPr>
          <p:nvPr>
            <p:ph type="pic" sz="quarter" idx="16"/>
          </p:nvPr>
        </p:nvSpPr>
        <p:spPr>
          <a:xfrm>
            <a:off x="685800" y="3205800"/>
            <a:ext cx="1260000" cy="1260000"/>
          </a:xfrm>
          <a:prstGeom prst="rect">
            <a:avLst/>
          </a:prstGeom>
        </p:spPr>
        <p:txBody>
          <a:bodyPr/>
          <a:lstStyle>
            <a:lvl1pPr>
              <a:defRPr sz="900"/>
            </a:lvl1pPr>
          </a:lstStyle>
          <a:p>
            <a:r>
              <a:rPr lang="en-US" dirty="0"/>
              <a:t>Click icon to add picture</a:t>
            </a:r>
            <a:endParaRPr lang="uk-UA"/>
          </a:p>
        </p:txBody>
      </p:sp>
      <p:sp>
        <p:nvSpPr>
          <p:cNvPr id="30" name="Picture Placeholder 3">
            <a:extLst>
              <a:ext uri="{FF2B5EF4-FFF2-40B4-BE49-F238E27FC236}">
                <a16:creationId xmlns:a16="http://schemas.microsoft.com/office/drawing/2014/main" id="{454B9E96-3F41-4112-B2F2-7C91659C962B}"/>
              </a:ext>
            </a:extLst>
          </p:cNvPr>
          <p:cNvSpPr>
            <a:spLocks noGrp="1"/>
          </p:cNvSpPr>
          <p:nvPr>
            <p:ph type="pic" sz="quarter" idx="17"/>
          </p:nvPr>
        </p:nvSpPr>
        <p:spPr>
          <a:xfrm>
            <a:off x="1945800" y="3205800"/>
            <a:ext cx="1260000" cy="1260000"/>
          </a:xfrm>
          <a:prstGeom prst="rect">
            <a:avLst/>
          </a:prstGeom>
        </p:spPr>
        <p:txBody>
          <a:bodyPr/>
          <a:lstStyle>
            <a:lvl1pPr>
              <a:defRPr sz="900"/>
            </a:lvl1pPr>
          </a:lstStyle>
          <a:p>
            <a:r>
              <a:rPr lang="en-US" dirty="0"/>
              <a:t>Click icon to add picture</a:t>
            </a:r>
            <a:endParaRPr lang="uk-UA"/>
          </a:p>
        </p:txBody>
      </p:sp>
      <p:sp>
        <p:nvSpPr>
          <p:cNvPr id="31" name="Picture Placeholder 3">
            <a:extLst>
              <a:ext uri="{FF2B5EF4-FFF2-40B4-BE49-F238E27FC236}">
                <a16:creationId xmlns:a16="http://schemas.microsoft.com/office/drawing/2014/main" id="{BC02999A-F922-4A21-97D6-ACA30F81B716}"/>
              </a:ext>
            </a:extLst>
          </p:cNvPr>
          <p:cNvSpPr>
            <a:spLocks noGrp="1"/>
          </p:cNvSpPr>
          <p:nvPr>
            <p:ph type="pic" sz="quarter" idx="18"/>
          </p:nvPr>
        </p:nvSpPr>
        <p:spPr>
          <a:xfrm>
            <a:off x="3205800" y="3205800"/>
            <a:ext cx="1260000" cy="1260000"/>
          </a:xfrm>
          <a:prstGeom prst="rect">
            <a:avLst/>
          </a:prstGeom>
        </p:spPr>
        <p:txBody>
          <a:bodyPr/>
          <a:lstStyle>
            <a:lvl1pPr>
              <a:defRPr sz="900"/>
            </a:lvl1pPr>
          </a:lstStyle>
          <a:p>
            <a:r>
              <a:rPr lang="en-US" dirty="0"/>
              <a:t>Click icon to add picture</a:t>
            </a:r>
            <a:endParaRPr lang="uk-UA"/>
          </a:p>
        </p:txBody>
      </p:sp>
      <p:sp>
        <p:nvSpPr>
          <p:cNvPr id="11" name="Title 4">
            <a:extLst>
              <a:ext uri="{FF2B5EF4-FFF2-40B4-BE49-F238E27FC236}">
                <a16:creationId xmlns:a16="http://schemas.microsoft.com/office/drawing/2014/main" id="{07ABEAF5-F661-4B13-AA84-91E5DCACEE8C}"/>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3034805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IMAGE option 35">
    <p:bg>
      <p:bgPr>
        <a:solidFill>
          <a:schemeClr val="tx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B359F9B-D09D-41FC-A8A3-34B107216361}"/>
              </a:ext>
            </a:extLst>
          </p:cNvPr>
          <p:cNvSpPr>
            <a:spLocks noGrp="1"/>
          </p:cNvSpPr>
          <p:nvPr>
            <p:ph type="pic" sz="quarter" idx="11"/>
          </p:nvPr>
        </p:nvSpPr>
        <p:spPr>
          <a:xfrm>
            <a:off x="2743200" y="933451"/>
            <a:ext cx="1570182" cy="1139219"/>
          </a:xfrm>
          <a:prstGeom prst="rect">
            <a:avLst/>
          </a:prstGeom>
        </p:spPr>
        <p:txBody>
          <a:bodyPr/>
          <a:lstStyle>
            <a:lvl1pPr>
              <a:defRPr sz="1400"/>
            </a:lvl1pPr>
          </a:lstStyle>
          <a:p>
            <a:r>
              <a:rPr lang="en-US" dirty="0"/>
              <a:t>Click icon to add picture</a:t>
            </a:r>
            <a:endParaRPr lang="uk-UA"/>
          </a:p>
        </p:txBody>
      </p:sp>
      <p:sp>
        <p:nvSpPr>
          <p:cNvPr id="21" name="Picture Placeholder 3">
            <a:extLst>
              <a:ext uri="{FF2B5EF4-FFF2-40B4-BE49-F238E27FC236}">
                <a16:creationId xmlns:a16="http://schemas.microsoft.com/office/drawing/2014/main" id="{30340115-791E-436C-B1D2-4BA0EF313DD6}"/>
              </a:ext>
            </a:extLst>
          </p:cNvPr>
          <p:cNvSpPr>
            <a:spLocks noGrp="1"/>
          </p:cNvSpPr>
          <p:nvPr>
            <p:ph type="pic" sz="quarter" idx="12"/>
          </p:nvPr>
        </p:nvSpPr>
        <p:spPr>
          <a:xfrm>
            <a:off x="2743200" y="2686051"/>
            <a:ext cx="1570182" cy="1139219"/>
          </a:xfrm>
          <a:prstGeom prst="rect">
            <a:avLst/>
          </a:prstGeom>
        </p:spPr>
        <p:txBody>
          <a:bodyPr/>
          <a:lstStyle>
            <a:lvl1pPr>
              <a:defRPr sz="1400"/>
            </a:lvl1pPr>
          </a:lstStyle>
          <a:p>
            <a:r>
              <a:rPr lang="en-US" dirty="0"/>
              <a:t>Click icon to add picture</a:t>
            </a:r>
            <a:endParaRPr lang="uk-UA"/>
          </a:p>
        </p:txBody>
      </p:sp>
      <p:sp>
        <p:nvSpPr>
          <p:cNvPr id="22" name="Picture Placeholder 3">
            <a:extLst>
              <a:ext uri="{FF2B5EF4-FFF2-40B4-BE49-F238E27FC236}">
                <a16:creationId xmlns:a16="http://schemas.microsoft.com/office/drawing/2014/main" id="{A7AFE5EF-FFAF-44D0-AE52-53409201E332}"/>
              </a:ext>
            </a:extLst>
          </p:cNvPr>
          <p:cNvSpPr>
            <a:spLocks noGrp="1"/>
          </p:cNvSpPr>
          <p:nvPr>
            <p:ph type="pic" sz="quarter" idx="13"/>
          </p:nvPr>
        </p:nvSpPr>
        <p:spPr>
          <a:xfrm>
            <a:off x="944419" y="2686051"/>
            <a:ext cx="1570182" cy="1139219"/>
          </a:xfrm>
          <a:prstGeom prst="rect">
            <a:avLst/>
          </a:prstGeom>
        </p:spPr>
        <p:txBody>
          <a:bodyPr/>
          <a:lstStyle>
            <a:lvl1pPr>
              <a:defRPr sz="1400"/>
            </a:lvl1pPr>
          </a:lstStyle>
          <a:p>
            <a:r>
              <a:rPr lang="en-US" dirty="0"/>
              <a:t>Click icon to add picture</a:t>
            </a:r>
            <a:endParaRPr lang="uk-UA"/>
          </a:p>
        </p:txBody>
      </p:sp>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44419" y="933451"/>
            <a:ext cx="1570182" cy="1139219"/>
          </a:xfrm>
          <a:prstGeom prst="rect">
            <a:avLst/>
          </a:prstGeom>
        </p:spPr>
        <p:txBody>
          <a:bodyPr/>
          <a:lstStyle>
            <a:lvl1pPr>
              <a:defRPr sz="1400"/>
            </a:lvl1pPr>
          </a:lstStyle>
          <a:p>
            <a:r>
              <a:rPr lang="en-US" dirty="0"/>
              <a:t>Click icon to add picture</a:t>
            </a:r>
            <a:endParaRPr lang="uk-UA"/>
          </a:p>
        </p:txBody>
      </p:sp>
      <p:sp>
        <p:nvSpPr>
          <p:cNvPr id="6" name="Title 4">
            <a:extLst>
              <a:ext uri="{FF2B5EF4-FFF2-40B4-BE49-F238E27FC236}">
                <a16:creationId xmlns:a16="http://schemas.microsoft.com/office/drawing/2014/main" id="{066796E9-17FF-4B7C-BBAB-43BCEA9CC3F3}"/>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1032253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IMAGE option 38">
    <p:bg>
      <p:bgPr>
        <a:solidFill>
          <a:schemeClr val="tx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4F61D5AC-6B9A-4E76-9528-AC060A579713}"/>
              </a:ext>
            </a:extLst>
          </p:cNvPr>
          <p:cNvSpPr>
            <a:spLocks noGrp="1"/>
          </p:cNvSpPr>
          <p:nvPr>
            <p:ph type="pic" sz="quarter" idx="10"/>
          </p:nvPr>
        </p:nvSpPr>
        <p:spPr>
          <a:xfrm>
            <a:off x="3739841" y="1072840"/>
            <a:ext cx="832160" cy="832160"/>
          </a:xfrm>
          <a:prstGeom prst="rect">
            <a:avLst/>
          </a:prstGeom>
        </p:spPr>
        <p:txBody>
          <a:bodyPr/>
          <a:lstStyle>
            <a:lvl1pPr>
              <a:defRPr sz="1000"/>
            </a:lvl1pPr>
          </a:lstStyle>
          <a:p>
            <a:r>
              <a:rPr lang="en-US" dirty="0"/>
              <a:t>Click icon to add picture</a:t>
            </a:r>
          </a:p>
        </p:txBody>
      </p:sp>
      <p:sp>
        <p:nvSpPr>
          <p:cNvPr id="19" name="Picture Placeholder 3">
            <a:extLst>
              <a:ext uri="{FF2B5EF4-FFF2-40B4-BE49-F238E27FC236}">
                <a16:creationId xmlns:a16="http://schemas.microsoft.com/office/drawing/2014/main" id="{182EF3E6-2533-4B75-8BBE-37A72D1F9537}"/>
              </a:ext>
            </a:extLst>
          </p:cNvPr>
          <p:cNvSpPr>
            <a:spLocks noGrp="1"/>
          </p:cNvSpPr>
          <p:nvPr>
            <p:ph type="pic" sz="quarter" idx="11"/>
          </p:nvPr>
        </p:nvSpPr>
        <p:spPr>
          <a:xfrm>
            <a:off x="3739841" y="2155671"/>
            <a:ext cx="832160" cy="832160"/>
          </a:xfrm>
          <a:prstGeom prst="rect">
            <a:avLst/>
          </a:prstGeom>
        </p:spPr>
        <p:txBody>
          <a:bodyPr/>
          <a:lstStyle>
            <a:lvl1pPr>
              <a:defRPr sz="1000"/>
            </a:lvl1pPr>
          </a:lstStyle>
          <a:p>
            <a:r>
              <a:rPr lang="en-US" dirty="0"/>
              <a:t>Click icon to add picture</a:t>
            </a:r>
          </a:p>
        </p:txBody>
      </p:sp>
      <p:sp>
        <p:nvSpPr>
          <p:cNvPr id="20" name="Picture Placeholder 3">
            <a:extLst>
              <a:ext uri="{FF2B5EF4-FFF2-40B4-BE49-F238E27FC236}">
                <a16:creationId xmlns:a16="http://schemas.microsoft.com/office/drawing/2014/main" id="{39BDB5CE-3845-49A2-B1DD-B21BA2398B5E}"/>
              </a:ext>
            </a:extLst>
          </p:cNvPr>
          <p:cNvSpPr>
            <a:spLocks noGrp="1"/>
          </p:cNvSpPr>
          <p:nvPr>
            <p:ph type="pic" sz="quarter" idx="12"/>
          </p:nvPr>
        </p:nvSpPr>
        <p:spPr>
          <a:xfrm>
            <a:off x="3739841" y="3238501"/>
            <a:ext cx="832160" cy="832160"/>
          </a:xfrm>
          <a:prstGeom prst="rect">
            <a:avLst/>
          </a:prstGeom>
        </p:spPr>
        <p:txBody>
          <a:bodyPr/>
          <a:lstStyle>
            <a:lvl1pPr>
              <a:defRPr sz="1000"/>
            </a:lvl1pPr>
          </a:lstStyle>
          <a:p>
            <a:r>
              <a:rPr lang="en-US" dirty="0"/>
              <a:t>Click icon to add picture</a:t>
            </a:r>
          </a:p>
        </p:txBody>
      </p:sp>
      <p:sp>
        <p:nvSpPr>
          <p:cNvPr id="21" name="Picture Placeholder 3">
            <a:extLst>
              <a:ext uri="{FF2B5EF4-FFF2-40B4-BE49-F238E27FC236}">
                <a16:creationId xmlns:a16="http://schemas.microsoft.com/office/drawing/2014/main" id="{87177F30-49A0-43D7-9750-F6537569BC0C}"/>
              </a:ext>
            </a:extLst>
          </p:cNvPr>
          <p:cNvSpPr>
            <a:spLocks noGrp="1"/>
          </p:cNvSpPr>
          <p:nvPr>
            <p:ph type="pic" sz="quarter" idx="13"/>
          </p:nvPr>
        </p:nvSpPr>
        <p:spPr>
          <a:xfrm>
            <a:off x="4863790" y="1072840"/>
            <a:ext cx="832160" cy="832160"/>
          </a:xfrm>
          <a:prstGeom prst="rect">
            <a:avLst/>
          </a:prstGeom>
        </p:spPr>
        <p:txBody>
          <a:bodyPr/>
          <a:lstStyle>
            <a:lvl1pPr>
              <a:defRPr sz="1000"/>
            </a:lvl1pPr>
          </a:lstStyle>
          <a:p>
            <a:r>
              <a:rPr lang="en-US" dirty="0"/>
              <a:t>Click icon to add picture</a:t>
            </a:r>
          </a:p>
        </p:txBody>
      </p:sp>
      <p:sp>
        <p:nvSpPr>
          <p:cNvPr id="22" name="Picture Placeholder 3">
            <a:extLst>
              <a:ext uri="{FF2B5EF4-FFF2-40B4-BE49-F238E27FC236}">
                <a16:creationId xmlns:a16="http://schemas.microsoft.com/office/drawing/2014/main" id="{A4D7A181-BF2B-4E2C-8DC6-9E9F93789422}"/>
              </a:ext>
            </a:extLst>
          </p:cNvPr>
          <p:cNvSpPr>
            <a:spLocks noGrp="1"/>
          </p:cNvSpPr>
          <p:nvPr>
            <p:ph type="pic" sz="quarter" idx="14"/>
          </p:nvPr>
        </p:nvSpPr>
        <p:spPr>
          <a:xfrm>
            <a:off x="4863790" y="2155671"/>
            <a:ext cx="832160" cy="832160"/>
          </a:xfrm>
          <a:prstGeom prst="rect">
            <a:avLst/>
          </a:prstGeom>
        </p:spPr>
        <p:txBody>
          <a:bodyPr/>
          <a:lstStyle>
            <a:lvl1pPr>
              <a:defRPr sz="1000"/>
            </a:lvl1pPr>
          </a:lstStyle>
          <a:p>
            <a:r>
              <a:rPr lang="en-US" dirty="0"/>
              <a:t>Click icon to add picture</a:t>
            </a:r>
          </a:p>
        </p:txBody>
      </p:sp>
      <p:sp>
        <p:nvSpPr>
          <p:cNvPr id="23" name="Picture Placeholder 3">
            <a:extLst>
              <a:ext uri="{FF2B5EF4-FFF2-40B4-BE49-F238E27FC236}">
                <a16:creationId xmlns:a16="http://schemas.microsoft.com/office/drawing/2014/main" id="{5656422B-2BD1-4349-AEF4-549C487EBAF9}"/>
              </a:ext>
            </a:extLst>
          </p:cNvPr>
          <p:cNvSpPr>
            <a:spLocks noGrp="1"/>
          </p:cNvSpPr>
          <p:nvPr>
            <p:ph type="pic" sz="quarter" idx="15"/>
          </p:nvPr>
        </p:nvSpPr>
        <p:spPr>
          <a:xfrm>
            <a:off x="4863790" y="3238501"/>
            <a:ext cx="832160" cy="832160"/>
          </a:xfrm>
          <a:prstGeom prst="rect">
            <a:avLst/>
          </a:prstGeom>
        </p:spPr>
        <p:txBody>
          <a:bodyPr/>
          <a:lstStyle>
            <a:lvl1pPr>
              <a:defRPr sz="1000"/>
            </a:lvl1pPr>
          </a:lstStyle>
          <a:p>
            <a:r>
              <a:rPr lang="en-US" dirty="0"/>
              <a:t>Click icon to add picture</a:t>
            </a:r>
          </a:p>
        </p:txBody>
      </p:sp>
      <p:sp>
        <p:nvSpPr>
          <p:cNvPr id="24" name="Picture Placeholder 3">
            <a:extLst>
              <a:ext uri="{FF2B5EF4-FFF2-40B4-BE49-F238E27FC236}">
                <a16:creationId xmlns:a16="http://schemas.microsoft.com/office/drawing/2014/main" id="{F5BEF3CE-BE91-482E-9A1D-F323D666EC82}"/>
              </a:ext>
            </a:extLst>
          </p:cNvPr>
          <p:cNvSpPr>
            <a:spLocks noGrp="1"/>
          </p:cNvSpPr>
          <p:nvPr>
            <p:ph type="pic" sz="quarter" idx="16"/>
          </p:nvPr>
        </p:nvSpPr>
        <p:spPr>
          <a:xfrm>
            <a:off x="5987740" y="1072840"/>
            <a:ext cx="832160" cy="832160"/>
          </a:xfrm>
          <a:prstGeom prst="rect">
            <a:avLst/>
          </a:prstGeom>
        </p:spPr>
        <p:txBody>
          <a:bodyPr/>
          <a:lstStyle>
            <a:lvl1pPr>
              <a:defRPr sz="1000"/>
            </a:lvl1pPr>
          </a:lstStyle>
          <a:p>
            <a:r>
              <a:rPr lang="en-US" dirty="0"/>
              <a:t>Click icon to add picture</a:t>
            </a:r>
          </a:p>
        </p:txBody>
      </p:sp>
      <p:sp>
        <p:nvSpPr>
          <p:cNvPr id="25" name="Picture Placeholder 3">
            <a:extLst>
              <a:ext uri="{FF2B5EF4-FFF2-40B4-BE49-F238E27FC236}">
                <a16:creationId xmlns:a16="http://schemas.microsoft.com/office/drawing/2014/main" id="{94CA472E-95A8-43F9-BA68-D9D29CFA582C}"/>
              </a:ext>
            </a:extLst>
          </p:cNvPr>
          <p:cNvSpPr>
            <a:spLocks noGrp="1"/>
          </p:cNvSpPr>
          <p:nvPr>
            <p:ph type="pic" sz="quarter" idx="17"/>
          </p:nvPr>
        </p:nvSpPr>
        <p:spPr>
          <a:xfrm>
            <a:off x="5987740" y="2155671"/>
            <a:ext cx="832160" cy="832160"/>
          </a:xfrm>
          <a:prstGeom prst="rect">
            <a:avLst/>
          </a:prstGeom>
        </p:spPr>
        <p:txBody>
          <a:bodyPr/>
          <a:lstStyle>
            <a:lvl1pPr>
              <a:defRPr sz="1000"/>
            </a:lvl1pPr>
          </a:lstStyle>
          <a:p>
            <a:r>
              <a:rPr lang="en-US" dirty="0"/>
              <a:t>Click icon to add picture</a:t>
            </a:r>
          </a:p>
        </p:txBody>
      </p:sp>
      <p:sp>
        <p:nvSpPr>
          <p:cNvPr id="26" name="Picture Placeholder 3">
            <a:extLst>
              <a:ext uri="{FF2B5EF4-FFF2-40B4-BE49-F238E27FC236}">
                <a16:creationId xmlns:a16="http://schemas.microsoft.com/office/drawing/2014/main" id="{B76B9EDF-B9FA-4D55-9CD3-DC606A762809}"/>
              </a:ext>
            </a:extLst>
          </p:cNvPr>
          <p:cNvSpPr>
            <a:spLocks noGrp="1"/>
          </p:cNvSpPr>
          <p:nvPr>
            <p:ph type="pic" sz="quarter" idx="18"/>
          </p:nvPr>
        </p:nvSpPr>
        <p:spPr>
          <a:xfrm>
            <a:off x="5987740" y="3238501"/>
            <a:ext cx="832160" cy="832160"/>
          </a:xfrm>
          <a:prstGeom prst="rect">
            <a:avLst/>
          </a:prstGeom>
        </p:spPr>
        <p:txBody>
          <a:bodyPr/>
          <a:lstStyle>
            <a:lvl1pPr>
              <a:defRPr sz="1000"/>
            </a:lvl1pPr>
          </a:lstStyle>
          <a:p>
            <a:r>
              <a:rPr lang="en-US" dirty="0"/>
              <a:t>Click icon to add picture</a:t>
            </a:r>
          </a:p>
        </p:txBody>
      </p:sp>
      <p:sp>
        <p:nvSpPr>
          <p:cNvPr id="27" name="Picture Placeholder 3">
            <a:extLst>
              <a:ext uri="{FF2B5EF4-FFF2-40B4-BE49-F238E27FC236}">
                <a16:creationId xmlns:a16="http://schemas.microsoft.com/office/drawing/2014/main" id="{338378F8-9586-4B0C-A232-3B726BB5670E}"/>
              </a:ext>
            </a:extLst>
          </p:cNvPr>
          <p:cNvSpPr>
            <a:spLocks noGrp="1"/>
          </p:cNvSpPr>
          <p:nvPr>
            <p:ph type="pic" sz="quarter" idx="19"/>
          </p:nvPr>
        </p:nvSpPr>
        <p:spPr>
          <a:xfrm>
            <a:off x="7111690" y="1072840"/>
            <a:ext cx="832160" cy="832160"/>
          </a:xfrm>
          <a:prstGeom prst="rect">
            <a:avLst/>
          </a:prstGeom>
        </p:spPr>
        <p:txBody>
          <a:bodyPr/>
          <a:lstStyle>
            <a:lvl1pPr>
              <a:defRPr sz="1000"/>
            </a:lvl1pPr>
          </a:lstStyle>
          <a:p>
            <a:r>
              <a:rPr lang="en-US" dirty="0"/>
              <a:t>Click icon to add picture</a:t>
            </a:r>
          </a:p>
        </p:txBody>
      </p:sp>
      <p:sp>
        <p:nvSpPr>
          <p:cNvPr id="28" name="Picture Placeholder 3">
            <a:extLst>
              <a:ext uri="{FF2B5EF4-FFF2-40B4-BE49-F238E27FC236}">
                <a16:creationId xmlns:a16="http://schemas.microsoft.com/office/drawing/2014/main" id="{DBAA4A7E-83F0-4DE1-8058-727D0D550AE8}"/>
              </a:ext>
            </a:extLst>
          </p:cNvPr>
          <p:cNvSpPr>
            <a:spLocks noGrp="1"/>
          </p:cNvSpPr>
          <p:nvPr>
            <p:ph type="pic" sz="quarter" idx="20"/>
          </p:nvPr>
        </p:nvSpPr>
        <p:spPr>
          <a:xfrm>
            <a:off x="7111690" y="2155671"/>
            <a:ext cx="832160" cy="832160"/>
          </a:xfrm>
          <a:prstGeom prst="rect">
            <a:avLst/>
          </a:prstGeom>
        </p:spPr>
        <p:txBody>
          <a:bodyPr/>
          <a:lstStyle>
            <a:lvl1pPr>
              <a:defRPr sz="1000"/>
            </a:lvl1pPr>
          </a:lstStyle>
          <a:p>
            <a:r>
              <a:rPr lang="en-US" dirty="0"/>
              <a:t>Click icon to add picture</a:t>
            </a:r>
          </a:p>
        </p:txBody>
      </p:sp>
      <p:sp>
        <p:nvSpPr>
          <p:cNvPr id="29" name="Picture Placeholder 3">
            <a:extLst>
              <a:ext uri="{FF2B5EF4-FFF2-40B4-BE49-F238E27FC236}">
                <a16:creationId xmlns:a16="http://schemas.microsoft.com/office/drawing/2014/main" id="{2D3DF732-700F-4626-B6E5-D4FE7CA7F750}"/>
              </a:ext>
            </a:extLst>
          </p:cNvPr>
          <p:cNvSpPr>
            <a:spLocks noGrp="1"/>
          </p:cNvSpPr>
          <p:nvPr>
            <p:ph type="pic" sz="quarter" idx="21"/>
          </p:nvPr>
        </p:nvSpPr>
        <p:spPr>
          <a:xfrm>
            <a:off x="7111690" y="3238501"/>
            <a:ext cx="832160" cy="832160"/>
          </a:xfrm>
          <a:prstGeom prst="rect">
            <a:avLst/>
          </a:prstGeom>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3652184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IMAGE option 41">
    <p:bg>
      <p:bgPr>
        <a:solidFill>
          <a:schemeClr val="tx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9DE22400-4DFB-4070-BD11-796979D44517}"/>
              </a:ext>
            </a:extLst>
          </p:cNvPr>
          <p:cNvSpPr>
            <a:spLocks noGrp="1"/>
          </p:cNvSpPr>
          <p:nvPr>
            <p:ph type="pic" sz="quarter" idx="11"/>
          </p:nvPr>
        </p:nvSpPr>
        <p:spPr>
          <a:xfrm>
            <a:off x="2286001" y="2641601"/>
            <a:ext cx="899885" cy="899885"/>
          </a:xfrm>
          <a:prstGeom prst="ellipse">
            <a:avLst/>
          </a:prstGeom>
          <a:ln w="63500">
            <a:noFill/>
          </a:ln>
          <a:effectLst/>
        </p:spPr>
        <p:txBody>
          <a:bodyPr/>
          <a:lstStyle>
            <a:lvl1pPr>
              <a:defRPr sz="700"/>
            </a:lvl1pPr>
          </a:lstStyle>
          <a:p>
            <a:r>
              <a:rPr lang="en-US" dirty="0"/>
              <a:t>Click icon to add picture</a:t>
            </a:r>
            <a:endParaRPr lang="uk-UA"/>
          </a:p>
        </p:txBody>
      </p:sp>
      <p:sp>
        <p:nvSpPr>
          <p:cNvPr id="8" name="Picture Placeholder 2">
            <a:extLst>
              <a:ext uri="{FF2B5EF4-FFF2-40B4-BE49-F238E27FC236}">
                <a16:creationId xmlns:a16="http://schemas.microsoft.com/office/drawing/2014/main" id="{F6B20438-F6EA-44E8-AE9B-E1D8927EDD45}"/>
              </a:ext>
            </a:extLst>
          </p:cNvPr>
          <p:cNvSpPr>
            <a:spLocks noGrp="1"/>
          </p:cNvSpPr>
          <p:nvPr>
            <p:ph type="pic" sz="quarter" idx="12"/>
          </p:nvPr>
        </p:nvSpPr>
        <p:spPr>
          <a:xfrm>
            <a:off x="5958115" y="2641601"/>
            <a:ext cx="899885" cy="899885"/>
          </a:xfrm>
          <a:prstGeom prst="ellipse">
            <a:avLst/>
          </a:prstGeom>
          <a:ln w="63500">
            <a:noFill/>
          </a:ln>
          <a:effectLst/>
        </p:spPr>
        <p:txBody>
          <a:bodyPr/>
          <a:lstStyle>
            <a:lvl1pPr>
              <a:defRPr sz="700"/>
            </a:lvl1pPr>
          </a:lstStyle>
          <a:p>
            <a:r>
              <a:rPr lang="en-US" dirty="0"/>
              <a:t>Click icon to add picture</a:t>
            </a:r>
            <a:endParaRPr lang="uk-UA"/>
          </a:p>
        </p:txBody>
      </p:sp>
    </p:spTree>
    <p:extLst>
      <p:ext uri="{BB962C8B-B14F-4D97-AF65-F5344CB8AC3E}">
        <p14:creationId xmlns:p14="http://schemas.microsoft.com/office/powerpoint/2010/main" val="1318367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IMAGE option 42">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4167C466-06CA-4316-837F-DE41C6D25BBE}"/>
              </a:ext>
            </a:extLst>
          </p:cNvPr>
          <p:cNvSpPr>
            <a:spLocks noGrp="1"/>
          </p:cNvSpPr>
          <p:nvPr>
            <p:ph type="pic" sz="quarter" idx="12"/>
          </p:nvPr>
        </p:nvSpPr>
        <p:spPr>
          <a:xfrm>
            <a:off x="4222800" y="3565718"/>
            <a:ext cx="698400" cy="698400"/>
          </a:xfrm>
          <a:prstGeom prst="ellipse">
            <a:avLst/>
          </a:prstGeom>
          <a:ln w="63500">
            <a:noFill/>
          </a:ln>
          <a:effectLst/>
        </p:spPr>
        <p:txBody>
          <a:bodyPr/>
          <a:lstStyle>
            <a:lvl1pPr>
              <a:defRPr sz="700"/>
            </a:lvl1pPr>
          </a:lstStyle>
          <a:p>
            <a:r>
              <a:rPr lang="en-US" dirty="0"/>
              <a:t>Click icon to add picture</a:t>
            </a:r>
            <a:endParaRPr lang="uk-UA"/>
          </a:p>
        </p:txBody>
      </p:sp>
      <p:sp>
        <p:nvSpPr>
          <p:cNvPr id="10" name="Picture Placeholder 2">
            <a:extLst>
              <a:ext uri="{FF2B5EF4-FFF2-40B4-BE49-F238E27FC236}">
                <a16:creationId xmlns:a16="http://schemas.microsoft.com/office/drawing/2014/main" id="{BEF702DF-314A-48F1-973E-85A0F00953B2}"/>
              </a:ext>
            </a:extLst>
          </p:cNvPr>
          <p:cNvSpPr>
            <a:spLocks noGrp="1"/>
          </p:cNvSpPr>
          <p:nvPr>
            <p:ph type="pic" sz="quarter" idx="13"/>
          </p:nvPr>
        </p:nvSpPr>
        <p:spPr>
          <a:xfrm>
            <a:off x="6858000" y="3565718"/>
            <a:ext cx="698400" cy="698400"/>
          </a:xfrm>
          <a:prstGeom prst="ellipse">
            <a:avLst/>
          </a:prstGeom>
          <a:ln w="63500">
            <a:noFill/>
          </a:ln>
          <a:effectLst/>
        </p:spPr>
        <p:txBody>
          <a:bodyPr/>
          <a:lstStyle>
            <a:lvl1pPr>
              <a:defRPr sz="700"/>
            </a:lvl1pPr>
          </a:lstStyle>
          <a:p>
            <a:r>
              <a:rPr lang="en-US" dirty="0"/>
              <a:t>Click icon to add picture</a:t>
            </a:r>
            <a:endParaRPr lang="uk-UA"/>
          </a:p>
        </p:txBody>
      </p:sp>
      <p:sp>
        <p:nvSpPr>
          <p:cNvPr id="8" name="Picture Placeholder 2">
            <a:extLst>
              <a:ext uri="{FF2B5EF4-FFF2-40B4-BE49-F238E27FC236}">
                <a16:creationId xmlns:a16="http://schemas.microsoft.com/office/drawing/2014/main" id="{0498764A-68F6-42A7-8513-24CEA7D01CDF}"/>
              </a:ext>
            </a:extLst>
          </p:cNvPr>
          <p:cNvSpPr>
            <a:spLocks noGrp="1"/>
          </p:cNvSpPr>
          <p:nvPr>
            <p:ph type="pic" sz="quarter" idx="11"/>
          </p:nvPr>
        </p:nvSpPr>
        <p:spPr>
          <a:xfrm>
            <a:off x="1587600" y="3565718"/>
            <a:ext cx="698400" cy="698400"/>
          </a:xfrm>
          <a:prstGeom prst="ellipse">
            <a:avLst/>
          </a:prstGeom>
          <a:ln w="63500">
            <a:noFill/>
          </a:ln>
          <a:effectLst/>
        </p:spPr>
        <p:txBody>
          <a:bodyPr/>
          <a:lstStyle>
            <a:lvl1pPr>
              <a:defRPr sz="700"/>
            </a:lvl1pPr>
          </a:lstStyle>
          <a:p>
            <a:r>
              <a:rPr lang="en-US" dirty="0"/>
              <a:t>Click icon to add picture</a:t>
            </a:r>
            <a:endParaRPr lang="uk-UA"/>
          </a:p>
        </p:txBody>
      </p:sp>
    </p:spTree>
    <p:extLst>
      <p:ext uri="{BB962C8B-B14F-4D97-AF65-F5344CB8AC3E}">
        <p14:creationId xmlns:p14="http://schemas.microsoft.com/office/powerpoint/2010/main" val="3262891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IMAGE option 1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1" y="685800"/>
            <a:ext cx="3853799" cy="3771900"/>
          </a:xfrm>
          <a:prstGeom prst="rect">
            <a:avLst/>
          </a:prstGeom>
        </p:spPr>
        <p:txBody>
          <a:bodyPr/>
          <a:lstStyle/>
          <a:p>
            <a:r>
              <a:rPr lang="en-US" dirty="0"/>
              <a:t>Click icon to add picture</a:t>
            </a:r>
            <a:endParaRPr lang="uk-UA"/>
          </a:p>
        </p:txBody>
      </p:sp>
      <p:sp>
        <p:nvSpPr>
          <p:cNvPr id="5" name="Picture Placeholder 3">
            <a:extLst>
              <a:ext uri="{FF2B5EF4-FFF2-40B4-BE49-F238E27FC236}">
                <a16:creationId xmlns:a16="http://schemas.microsoft.com/office/drawing/2014/main" id="{C2276A54-15F6-49F8-8236-5D53CB303591}"/>
              </a:ext>
            </a:extLst>
          </p:cNvPr>
          <p:cNvSpPr>
            <a:spLocks noGrp="1"/>
          </p:cNvSpPr>
          <p:nvPr>
            <p:ph type="pic" sz="quarter" idx="11"/>
          </p:nvPr>
        </p:nvSpPr>
        <p:spPr>
          <a:xfrm>
            <a:off x="4604401" y="685800"/>
            <a:ext cx="3853799" cy="3771900"/>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4140310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IMAGE option 16">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90FCA33D-2064-4B79-A05B-33E02F45CC00}"/>
              </a:ext>
            </a:extLst>
          </p:cNvPr>
          <p:cNvSpPr>
            <a:spLocks noGrp="1"/>
          </p:cNvSpPr>
          <p:nvPr>
            <p:ph type="pic" sz="quarter" idx="10"/>
          </p:nvPr>
        </p:nvSpPr>
        <p:spPr>
          <a:xfrm>
            <a:off x="685800" y="685800"/>
            <a:ext cx="4933336" cy="1854000"/>
          </a:xfrm>
          <a:prstGeom prst="rect">
            <a:avLst/>
          </a:prstGeom>
        </p:spPr>
        <p:txBody>
          <a:bodyPr/>
          <a:lstStyle>
            <a:lvl1pPr>
              <a:defRPr sz="1200"/>
            </a:lvl1pPr>
          </a:lstStyle>
          <a:p>
            <a:r>
              <a:rPr lang="en-US" dirty="0"/>
              <a:t>Click icon to add picture</a:t>
            </a:r>
            <a:endParaRPr lang="uk-UA"/>
          </a:p>
        </p:txBody>
      </p:sp>
      <p:sp>
        <p:nvSpPr>
          <p:cNvPr id="11" name="Picture Placeholder 3">
            <a:extLst>
              <a:ext uri="{FF2B5EF4-FFF2-40B4-BE49-F238E27FC236}">
                <a16:creationId xmlns:a16="http://schemas.microsoft.com/office/drawing/2014/main" id="{B3F2EB52-6437-443D-83F2-470160C639DE}"/>
              </a:ext>
            </a:extLst>
          </p:cNvPr>
          <p:cNvSpPr>
            <a:spLocks noGrp="1"/>
          </p:cNvSpPr>
          <p:nvPr>
            <p:ph type="pic" sz="quarter" idx="13"/>
          </p:nvPr>
        </p:nvSpPr>
        <p:spPr>
          <a:xfrm>
            <a:off x="685800" y="2603699"/>
            <a:ext cx="4933336" cy="1854001"/>
          </a:xfrm>
          <a:prstGeom prst="rect">
            <a:avLst/>
          </a:prstGeom>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2404524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IMAGE option 22">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5D57908-4AFF-424F-A126-737853EA3FE9}"/>
              </a:ext>
            </a:extLst>
          </p:cNvPr>
          <p:cNvSpPr>
            <a:spLocks noGrp="1"/>
          </p:cNvSpPr>
          <p:nvPr>
            <p:ph type="pic" sz="quarter" idx="10"/>
          </p:nvPr>
        </p:nvSpPr>
        <p:spPr>
          <a:xfrm>
            <a:off x="685800" y="685800"/>
            <a:ext cx="1926000" cy="3771900"/>
          </a:xfrm>
          <a:prstGeom prst="rect">
            <a:avLst/>
          </a:prstGeom>
        </p:spPr>
        <p:txBody>
          <a:bodyPr/>
          <a:lstStyle/>
          <a:p>
            <a:r>
              <a:rPr lang="en-US" dirty="0"/>
              <a:t>Click icon to add picture</a:t>
            </a:r>
            <a:endParaRPr lang="uk-UA"/>
          </a:p>
        </p:txBody>
      </p:sp>
      <p:sp>
        <p:nvSpPr>
          <p:cNvPr id="6" name="Picture Placeholder 3">
            <a:extLst>
              <a:ext uri="{FF2B5EF4-FFF2-40B4-BE49-F238E27FC236}">
                <a16:creationId xmlns:a16="http://schemas.microsoft.com/office/drawing/2014/main" id="{9E22C849-BA60-407D-AF15-5F2874C1B427}"/>
              </a:ext>
            </a:extLst>
          </p:cNvPr>
          <p:cNvSpPr>
            <a:spLocks noGrp="1"/>
          </p:cNvSpPr>
          <p:nvPr>
            <p:ph type="pic" sz="quarter" idx="13"/>
          </p:nvPr>
        </p:nvSpPr>
        <p:spPr>
          <a:xfrm>
            <a:off x="2646000" y="2589300"/>
            <a:ext cx="1927800" cy="1868400"/>
          </a:xfrm>
          <a:prstGeom prst="rect">
            <a:avLst/>
          </a:prstGeom>
        </p:spPr>
        <p:txBody>
          <a:bodyPr/>
          <a:lstStyle/>
          <a:p>
            <a:r>
              <a:rPr lang="en-US" dirty="0"/>
              <a:t>Click icon to add picture</a:t>
            </a:r>
            <a:endParaRPr lang="uk-UA"/>
          </a:p>
        </p:txBody>
      </p:sp>
      <p:sp>
        <p:nvSpPr>
          <p:cNvPr id="7" name="Picture Placeholder 3">
            <a:extLst>
              <a:ext uri="{FF2B5EF4-FFF2-40B4-BE49-F238E27FC236}">
                <a16:creationId xmlns:a16="http://schemas.microsoft.com/office/drawing/2014/main" id="{6EA590BF-BEF4-4611-8EE4-786523DD517B}"/>
              </a:ext>
            </a:extLst>
          </p:cNvPr>
          <p:cNvSpPr>
            <a:spLocks noGrp="1"/>
          </p:cNvSpPr>
          <p:nvPr>
            <p:ph type="pic" sz="quarter" idx="14"/>
          </p:nvPr>
        </p:nvSpPr>
        <p:spPr>
          <a:xfrm>
            <a:off x="2646000" y="685800"/>
            <a:ext cx="1927800" cy="1868400"/>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3914951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IMAGE option 23">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7030164-06EA-4D37-9C6D-49853C2FD302}"/>
              </a:ext>
            </a:extLst>
          </p:cNvPr>
          <p:cNvSpPr>
            <a:spLocks noGrp="1"/>
          </p:cNvSpPr>
          <p:nvPr>
            <p:ph type="pic" sz="quarter" idx="13"/>
          </p:nvPr>
        </p:nvSpPr>
        <p:spPr>
          <a:xfrm>
            <a:off x="685800" y="2589300"/>
            <a:ext cx="5252400" cy="1868400"/>
          </a:xfrm>
          <a:prstGeom prst="rect">
            <a:avLst/>
          </a:prstGeom>
        </p:spPr>
        <p:txBody>
          <a:bodyPr/>
          <a:lstStyle>
            <a:lvl1pPr>
              <a:defRPr sz="1000"/>
            </a:lvl1pPr>
          </a:lstStyle>
          <a:p>
            <a:r>
              <a:rPr lang="en-US" dirty="0"/>
              <a:t>Click icon to add picture</a:t>
            </a:r>
            <a:endParaRPr lang="uk-UA"/>
          </a:p>
        </p:txBody>
      </p:sp>
      <p:sp>
        <p:nvSpPr>
          <p:cNvPr id="7" name="Picture Placeholder 3">
            <a:extLst>
              <a:ext uri="{FF2B5EF4-FFF2-40B4-BE49-F238E27FC236}">
                <a16:creationId xmlns:a16="http://schemas.microsoft.com/office/drawing/2014/main" id="{C00E378F-86E7-4993-B91B-1784EE997AAF}"/>
              </a:ext>
            </a:extLst>
          </p:cNvPr>
          <p:cNvSpPr>
            <a:spLocks noGrp="1"/>
          </p:cNvSpPr>
          <p:nvPr>
            <p:ph type="pic" sz="quarter" idx="14"/>
          </p:nvPr>
        </p:nvSpPr>
        <p:spPr>
          <a:xfrm>
            <a:off x="5974200" y="685800"/>
            <a:ext cx="2484000" cy="3771900"/>
          </a:xfrm>
          <a:prstGeom prst="rect">
            <a:avLst/>
          </a:prstGeom>
        </p:spPr>
        <p:txBody>
          <a:bodyPr/>
          <a:lstStyle>
            <a:lvl1pPr>
              <a:defRPr sz="1000"/>
            </a:lvl1pPr>
          </a:lstStyle>
          <a:p>
            <a:r>
              <a:rPr lang="en-US" dirty="0"/>
              <a:t>Click icon to add picture</a:t>
            </a:r>
            <a:endParaRPr lang="uk-UA"/>
          </a:p>
        </p:txBody>
      </p:sp>
      <p:sp>
        <p:nvSpPr>
          <p:cNvPr id="8" name="Picture Placeholder 3">
            <a:extLst>
              <a:ext uri="{FF2B5EF4-FFF2-40B4-BE49-F238E27FC236}">
                <a16:creationId xmlns:a16="http://schemas.microsoft.com/office/drawing/2014/main" id="{1EC91ED1-A8F9-42ED-8B48-4C358265977D}"/>
              </a:ext>
            </a:extLst>
          </p:cNvPr>
          <p:cNvSpPr>
            <a:spLocks noGrp="1"/>
          </p:cNvSpPr>
          <p:nvPr>
            <p:ph type="pic" sz="quarter" idx="15"/>
          </p:nvPr>
        </p:nvSpPr>
        <p:spPr>
          <a:xfrm>
            <a:off x="685799" y="685800"/>
            <a:ext cx="2615400" cy="1868400"/>
          </a:xfrm>
          <a:prstGeom prst="rect">
            <a:avLst/>
          </a:prstGeom>
        </p:spPr>
        <p:txBody>
          <a:bodyPr/>
          <a:lstStyle>
            <a:lvl1pPr>
              <a:defRPr sz="1000"/>
            </a:lvl1pPr>
          </a:lstStyle>
          <a:p>
            <a:r>
              <a:rPr lang="en-US" dirty="0"/>
              <a:t>Click icon to add picture</a:t>
            </a:r>
            <a:endParaRPr lang="uk-UA"/>
          </a:p>
        </p:txBody>
      </p:sp>
      <p:sp>
        <p:nvSpPr>
          <p:cNvPr id="13" name="Picture Placeholder 3">
            <a:extLst>
              <a:ext uri="{FF2B5EF4-FFF2-40B4-BE49-F238E27FC236}">
                <a16:creationId xmlns:a16="http://schemas.microsoft.com/office/drawing/2014/main" id="{47B720D8-3A04-4E2B-8D9E-02FDA88BF576}"/>
              </a:ext>
            </a:extLst>
          </p:cNvPr>
          <p:cNvSpPr>
            <a:spLocks noGrp="1"/>
          </p:cNvSpPr>
          <p:nvPr>
            <p:ph type="pic" sz="quarter" idx="16"/>
          </p:nvPr>
        </p:nvSpPr>
        <p:spPr>
          <a:xfrm>
            <a:off x="3339000" y="685800"/>
            <a:ext cx="2597400" cy="1868400"/>
          </a:xfrm>
          <a:prstGeom prst="rect">
            <a:avLst/>
          </a:prstGeom>
        </p:spPr>
        <p:txBody>
          <a:bodyPr/>
          <a:lstStyle>
            <a:lvl1pPr>
              <a:defRPr sz="1000"/>
            </a:lvl1pPr>
          </a:lstStyle>
          <a:p>
            <a:r>
              <a:rPr lang="en-US" dirty="0"/>
              <a:t>Click icon to add picture</a:t>
            </a:r>
            <a:endParaRPr lang="uk-UA"/>
          </a:p>
        </p:txBody>
      </p:sp>
    </p:spTree>
    <p:extLst>
      <p:ext uri="{BB962C8B-B14F-4D97-AF65-F5344CB8AC3E}">
        <p14:creationId xmlns:p14="http://schemas.microsoft.com/office/powerpoint/2010/main" val="3319063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IMAGE option 26">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2572201" y="2589300"/>
            <a:ext cx="5886000" cy="1868400"/>
          </a:xfrm>
          <a:prstGeom prst="rect">
            <a:avLst/>
          </a:prstGeom>
        </p:spPr>
        <p:txBody>
          <a:bodyPr/>
          <a:lstStyle/>
          <a:p>
            <a:r>
              <a:rPr lang="en-US" dirty="0"/>
              <a:t>Click icon to add picture</a:t>
            </a:r>
            <a:endParaRPr lang="uk-UA"/>
          </a:p>
        </p:txBody>
      </p:sp>
      <p:sp>
        <p:nvSpPr>
          <p:cNvPr id="11" name="Picture Placeholder 3">
            <a:extLst>
              <a:ext uri="{FF2B5EF4-FFF2-40B4-BE49-F238E27FC236}">
                <a16:creationId xmlns:a16="http://schemas.microsoft.com/office/drawing/2014/main" id="{D49F64A6-006D-4964-ADA8-191336165E77}"/>
              </a:ext>
            </a:extLst>
          </p:cNvPr>
          <p:cNvSpPr>
            <a:spLocks noGrp="1"/>
          </p:cNvSpPr>
          <p:nvPr>
            <p:ph type="pic" sz="quarter" idx="15"/>
          </p:nvPr>
        </p:nvSpPr>
        <p:spPr>
          <a:xfrm>
            <a:off x="685800" y="2589300"/>
            <a:ext cx="1886400" cy="1868400"/>
          </a:xfrm>
          <a:prstGeom prst="rect">
            <a:avLst/>
          </a:prstGeom>
        </p:spPr>
        <p:txBody>
          <a:bodyPr/>
          <a:lstStyle/>
          <a:p>
            <a:r>
              <a:rPr lang="en-US" dirty="0"/>
              <a:t>Click icon to add picture</a:t>
            </a:r>
            <a:endParaRPr lang="uk-UA"/>
          </a:p>
        </p:txBody>
      </p:sp>
      <p:sp>
        <p:nvSpPr>
          <p:cNvPr id="14" name="Picture Placeholder 3">
            <a:extLst>
              <a:ext uri="{FF2B5EF4-FFF2-40B4-BE49-F238E27FC236}">
                <a16:creationId xmlns:a16="http://schemas.microsoft.com/office/drawing/2014/main" id="{4E1F1C57-80A2-45AD-980A-D7B8D6595E8C}"/>
              </a:ext>
            </a:extLst>
          </p:cNvPr>
          <p:cNvSpPr>
            <a:spLocks noGrp="1"/>
          </p:cNvSpPr>
          <p:nvPr>
            <p:ph type="pic" sz="quarter" idx="18"/>
          </p:nvPr>
        </p:nvSpPr>
        <p:spPr>
          <a:xfrm>
            <a:off x="685799" y="685800"/>
            <a:ext cx="3981600" cy="1868400"/>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35121654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IMAGE option 24">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E6195AC3-CE2F-4B7C-9152-7B81DB7FCAD2}"/>
              </a:ext>
            </a:extLst>
          </p:cNvPr>
          <p:cNvSpPr>
            <a:spLocks noGrp="1"/>
          </p:cNvSpPr>
          <p:nvPr>
            <p:ph type="pic" sz="quarter" idx="13"/>
          </p:nvPr>
        </p:nvSpPr>
        <p:spPr>
          <a:xfrm>
            <a:off x="685799" y="1842424"/>
            <a:ext cx="3162600" cy="1868400"/>
          </a:xfrm>
          <a:prstGeom prst="rect">
            <a:avLst/>
          </a:prstGeom>
        </p:spPr>
        <p:txBody>
          <a:bodyPr/>
          <a:lstStyle>
            <a:lvl1pPr>
              <a:defRPr sz="1200"/>
            </a:lvl1pPr>
          </a:lstStyle>
          <a:p>
            <a:r>
              <a:rPr lang="en-US" dirty="0"/>
              <a:t>Click icon to add picture</a:t>
            </a:r>
            <a:endParaRPr lang="uk-UA"/>
          </a:p>
        </p:txBody>
      </p:sp>
      <p:sp>
        <p:nvSpPr>
          <p:cNvPr id="7" name="Picture Placeholder 3">
            <a:extLst>
              <a:ext uri="{FF2B5EF4-FFF2-40B4-BE49-F238E27FC236}">
                <a16:creationId xmlns:a16="http://schemas.microsoft.com/office/drawing/2014/main" id="{8EAB607D-A34C-4A17-ACEF-CD3480C6BB11}"/>
              </a:ext>
            </a:extLst>
          </p:cNvPr>
          <p:cNvSpPr>
            <a:spLocks noGrp="1"/>
          </p:cNvSpPr>
          <p:nvPr>
            <p:ph type="pic" sz="quarter" idx="14"/>
          </p:nvPr>
        </p:nvSpPr>
        <p:spPr>
          <a:xfrm>
            <a:off x="3884399" y="685800"/>
            <a:ext cx="4573800" cy="3025024"/>
          </a:xfrm>
          <a:prstGeom prst="rect">
            <a:avLst/>
          </a:prstGeom>
        </p:spPr>
        <p:txBody>
          <a:bodyPr/>
          <a:lstStyle>
            <a:lvl1pPr>
              <a:defRPr sz="1200"/>
            </a:lvl1pPr>
          </a:lstStyle>
          <a:p>
            <a:r>
              <a:rPr lang="en-US" dirty="0"/>
              <a:t>Click icon to add picture</a:t>
            </a:r>
            <a:endParaRPr lang="uk-UA"/>
          </a:p>
        </p:txBody>
      </p:sp>
      <p:sp>
        <p:nvSpPr>
          <p:cNvPr id="8" name="Picture Placeholder 3">
            <a:extLst>
              <a:ext uri="{FF2B5EF4-FFF2-40B4-BE49-F238E27FC236}">
                <a16:creationId xmlns:a16="http://schemas.microsoft.com/office/drawing/2014/main" id="{5BB50CE9-A1AB-4ED4-8678-11C119D84DFB}"/>
              </a:ext>
            </a:extLst>
          </p:cNvPr>
          <p:cNvSpPr>
            <a:spLocks noGrp="1"/>
          </p:cNvSpPr>
          <p:nvPr>
            <p:ph type="pic" sz="quarter" idx="15"/>
          </p:nvPr>
        </p:nvSpPr>
        <p:spPr>
          <a:xfrm>
            <a:off x="685799" y="685800"/>
            <a:ext cx="1573200" cy="1103400"/>
          </a:xfrm>
          <a:prstGeom prst="rect">
            <a:avLst/>
          </a:prstGeom>
        </p:spPr>
        <p:txBody>
          <a:bodyPr/>
          <a:lstStyle>
            <a:lvl1pPr>
              <a:defRPr sz="1200"/>
            </a:lvl1pPr>
          </a:lstStyle>
          <a:p>
            <a:r>
              <a:rPr lang="en-US" dirty="0"/>
              <a:t>Click icon to add picture</a:t>
            </a:r>
            <a:endParaRPr lang="uk-UA"/>
          </a:p>
        </p:txBody>
      </p:sp>
      <p:sp>
        <p:nvSpPr>
          <p:cNvPr id="12" name="Picture Placeholder 3">
            <a:extLst>
              <a:ext uri="{FF2B5EF4-FFF2-40B4-BE49-F238E27FC236}">
                <a16:creationId xmlns:a16="http://schemas.microsoft.com/office/drawing/2014/main" id="{D9B87A15-EFFB-4AFD-B17A-2D9576F8DB71}"/>
              </a:ext>
            </a:extLst>
          </p:cNvPr>
          <p:cNvSpPr>
            <a:spLocks noGrp="1"/>
          </p:cNvSpPr>
          <p:nvPr>
            <p:ph type="pic" sz="quarter" idx="16"/>
          </p:nvPr>
        </p:nvSpPr>
        <p:spPr>
          <a:xfrm>
            <a:off x="2303099" y="685800"/>
            <a:ext cx="1537200" cy="1103400"/>
          </a:xfrm>
          <a:prstGeom prst="rect">
            <a:avLst/>
          </a:prstGeom>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12914676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IMAGE option 1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800"/>
            <a:ext cx="3853798" cy="1854000"/>
          </a:xfrm>
          <a:prstGeom prst="rect">
            <a:avLst/>
          </a:prstGeom>
        </p:spPr>
        <p:txBody>
          <a:bodyPr/>
          <a:lstStyle/>
          <a:p>
            <a:r>
              <a:rPr lang="en-US" dirty="0"/>
              <a:t>Click icon to add picture</a:t>
            </a:r>
            <a:endParaRPr lang="uk-UA"/>
          </a:p>
        </p:txBody>
      </p:sp>
      <p:sp>
        <p:nvSpPr>
          <p:cNvPr id="5" name="Picture Placeholder 3">
            <a:extLst>
              <a:ext uri="{FF2B5EF4-FFF2-40B4-BE49-F238E27FC236}">
                <a16:creationId xmlns:a16="http://schemas.microsoft.com/office/drawing/2014/main" id="{28CC71D8-1B64-4A1A-A2BC-928D2CD5DEE4}"/>
              </a:ext>
            </a:extLst>
          </p:cNvPr>
          <p:cNvSpPr>
            <a:spLocks noGrp="1"/>
          </p:cNvSpPr>
          <p:nvPr>
            <p:ph type="pic" sz="quarter" idx="11"/>
          </p:nvPr>
        </p:nvSpPr>
        <p:spPr>
          <a:xfrm>
            <a:off x="4604401" y="2603698"/>
            <a:ext cx="3853799" cy="1854002"/>
          </a:xfrm>
          <a:prstGeom prst="rect">
            <a:avLst/>
          </a:prstGeom>
        </p:spPr>
        <p:txBody>
          <a:bodyPr/>
          <a:lstStyle/>
          <a:p>
            <a:r>
              <a:rPr lang="en-US" dirty="0"/>
              <a:t>Click icon to add picture</a:t>
            </a:r>
            <a:endParaRPr lang="uk-UA"/>
          </a:p>
        </p:txBody>
      </p:sp>
      <p:sp>
        <p:nvSpPr>
          <p:cNvPr id="8" name="Picture Placeholder 3">
            <a:extLst>
              <a:ext uri="{FF2B5EF4-FFF2-40B4-BE49-F238E27FC236}">
                <a16:creationId xmlns:a16="http://schemas.microsoft.com/office/drawing/2014/main" id="{9D389867-A538-4B05-B3E9-D87EEAE66B5A}"/>
              </a:ext>
            </a:extLst>
          </p:cNvPr>
          <p:cNvSpPr>
            <a:spLocks noGrp="1"/>
          </p:cNvSpPr>
          <p:nvPr>
            <p:ph type="pic" sz="quarter" idx="12"/>
          </p:nvPr>
        </p:nvSpPr>
        <p:spPr>
          <a:xfrm>
            <a:off x="4604401" y="685800"/>
            <a:ext cx="3853799" cy="1854000"/>
          </a:xfrm>
          <a:prstGeom prst="rect">
            <a:avLst/>
          </a:prstGeom>
        </p:spPr>
        <p:txBody>
          <a:bodyPr/>
          <a:lstStyle/>
          <a:p>
            <a:r>
              <a:rPr lang="en-US" dirty="0"/>
              <a:t>Click icon to add picture</a:t>
            </a:r>
            <a:endParaRPr lang="uk-UA"/>
          </a:p>
        </p:txBody>
      </p:sp>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685800" y="2603698"/>
            <a:ext cx="3853798" cy="1854002"/>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4154410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IMAGE option 20">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4607401" y="685801"/>
            <a:ext cx="1890000" cy="1854000"/>
          </a:xfrm>
          <a:prstGeom prst="rect">
            <a:avLst/>
          </a:prstGeom>
        </p:spPr>
        <p:txBody>
          <a:bodyPr/>
          <a:lstStyle>
            <a:lvl1pPr>
              <a:defRPr sz="1400"/>
            </a:lvl1pPr>
          </a:lstStyle>
          <a:p>
            <a:r>
              <a:rPr lang="en-US" dirty="0"/>
              <a:t>Click icon to add picture</a:t>
            </a:r>
            <a:endParaRPr lang="uk-UA"/>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4607401" y="2603699"/>
            <a:ext cx="1890000" cy="1854000"/>
          </a:xfrm>
          <a:prstGeom prst="rect">
            <a:avLst/>
          </a:prstGeom>
        </p:spPr>
        <p:txBody>
          <a:bodyPr/>
          <a:lstStyle>
            <a:lvl1pPr>
              <a:defRPr sz="1400"/>
            </a:lvl1pPr>
          </a:lstStyle>
          <a:p>
            <a:r>
              <a:rPr lang="en-US" dirty="0"/>
              <a:t>Click icon to add picture</a:t>
            </a:r>
            <a:endParaRPr lang="uk-UA"/>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685800" y="2603699"/>
            <a:ext cx="1890000" cy="1854000"/>
          </a:xfrm>
          <a:prstGeom prst="rect">
            <a:avLst/>
          </a:prstGeom>
        </p:spPr>
        <p:txBody>
          <a:bodyPr/>
          <a:lstStyle>
            <a:lvl1pPr>
              <a:defRPr sz="1400"/>
            </a:lvl1pPr>
          </a:lstStyle>
          <a:p>
            <a:r>
              <a:rPr lang="en-US" dirty="0"/>
              <a:t>Click icon to add picture</a:t>
            </a:r>
            <a:endParaRPr lang="uk-UA"/>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2646599" y="685801"/>
            <a:ext cx="1890000" cy="1854000"/>
          </a:xfrm>
          <a:prstGeom prst="rect">
            <a:avLst/>
          </a:prstGeom>
        </p:spPr>
        <p:txBody>
          <a:bodyPr/>
          <a:lstStyle>
            <a:lvl1pPr>
              <a:defRPr sz="1400"/>
            </a:lvl1pPr>
          </a:lstStyle>
          <a:p>
            <a:r>
              <a:rPr lang="en-US" dirty="0"/>
              <a:t>Click icon to add picture</a:t>
            </a:r>
            <a:endParaRPr lang="uk-UA"/>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2646599" y="2603699"/>
            <a:ext cx="1890000" cy="1854000"/>
          </a:xfrm>
          <a:prstGeom prst="rect">
            <a:avLst/>
          </a:prstGeom>
        </p:spPr>
        <p:txBody>
          <a:bodyPr/>
          <a:lstStyle>
            <a:lvl1pPr>
              <a:defRPr sz="1400"/>
            </a:lvl1pPr>
          </a:lstStyle>
          <a:p>
            <a:r>
              <a:rPr lang="en-US" dirty="0"/>
              <a:t>Click icon to add picture</a:t>
            </a:r>
            <a:endParaRPr lang="uk-UA"/>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6568200" y="685801"/>
            <a:ext cx="1890000" cy="1854000"/>
          </a:xfrm>
          <a:prstGeom prst="rect">
            <a:avLst/>
          </a:prstGeom>
        </p:spPr>
        <p:txBody>
          <a:bodyPr/>
          <a:lstStyle>
            <a:lvl1pPr>
              <a:defRPr sz="1400"/>
            </a:lvl1pPr>
          </a:lstStyle>
          <a:p>
            <a:r>
              <a:rPr lang="en-US" dirty="0"/>
              <a:t>Click icon to add picture</a:t>
            </a:r>
            <a:endParaRPr lang="uk-UA"/>
          </a:p>
        </p:txBody>
      </p:sp>
    </p:spTree>
    <p:extLst>
      <p:ext uri="{BB962C8B-B14F-4D97-AF65-F5344CB8AC3E}">
        <p14:creationId xmlns:p14="http://schemas.microsoft.com/office/powerpoint/2010/main" val="459189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IMAGE option">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85800" y="685800"/>
            <a:ext cx="8458200" cy="4457700"/>
          </a:xfrm>
          <a:prstGeom prst="rect">
            <a:avLst/>
          </a:prstGeom>
        </p:spPr>
        <p:txBody>
          <a:bodyPr/>
          <a:lstStyle/>
          <a:p>
            <a:r>
              <a:rPr lang="en-US" dirty="0"/>
              <a:t>Click icon to add picture</a:t>
            </a:r>
            <a:endParaRPr lang="uk-UA"/>
          </a:p>
        </p:txBody>
      </p:sp>
      <p:sp>
        <p:nvSpPr>
          <p:cNvPr id="5" name="Title 4">
            <a:extLst>
              <a:ext uri="{FF2B5EF4-FFF2-40B4-BE49-F238E27FC236}">
                <a16:creationId xmlns:a16="http://schemas.microsoft.com/office/drawing/2014/main" id="{9B6E5E6E-DD3D-4F05-B4F6-C317A8A5C5A4}"/>
              </a:ext>
            </a:extLst>
          </p:cNvPr>
          <p:cNvSpPr>
            <a:spLocks noGrp="1"/>
          </p:cNvSpPr>
          <p:nvPr>
            <p:ph type="title" hasCustomPrompt="1"/>
          </p:nvPr>
        </p:nvSpPr>
        <p:spPr>
          <a:xfrm>
            <a:off x="685800" y="153618"/>
            <a:ext cx="6438900" cy="424732"/>
          </a:xfrm>
          <a:prstGeom prst="rect">
            <a:avLst/>
          </a:prstGeom>
          <a:noFill/>
        </p:spPr>
        <p:txBody>
          <a:bodyPr wrap="square" rtlCol="0">
            <a:spAutoFit/>
          </a:bodyPr>
          <a:lstStyle>
            <a:lvl1pPr>
              <a:defRPr lang="en-US" sz="2400">
                <a:solidFill>
                  <a:schemeClr val="bg1"/>
                </a:solidFill>
                <a:ea typeface="+mn-ea"/>
                <a:cs typeface="+mn-cs"/>
              </a:defRPr>
            </a:lvl1pPr>
          </a:lstStyle>
          <a:p>
            <a:pPr marL="0" lvl="0"/>
            <a:r>
              <a:rPr lang="en-US"/>
              <a:t>ADD HERE YOUR TITLE</a:t>
            </a:r>
          </a:p>
        </p:txBody>
      </p:sp>
    </p:spTree>
    <p:extLst>
      <p:ext uri="{BB962C8B-B14F-4D97-AF65-F5344CB8AC3E}">
        <p14:creationId xmlns:p14="http://schemas.microsoft.com/office/powerpoint/2010/main" val="2659190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IMAGE option 2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524250" y="685800"/>
            <a:ext cx="1543050" cy="3771900"/>
          </a:xfrm>
          <a:prstGeom prst="rect">
            <a:avLst/>
          </a:prstGeom>
        </p:spPr>
        <p:txBody>
          <a:bodyPr/>
          <a:lstStyle/>
          <a:p>
            <a:r>
              <a:rPr lang="en-US" dirty="0"/>
              <a:t>Click icon to add picture</a:t>
            </a:r>
            <a:endParaRPr lang="uk-UA"/>
          </a:p>
        </p:txBody>
      </p:sp>
      <p:sp>
        <p:nvSpPr>
          <p:cNvPr id="8" name="Picture Placeholder 3">
            <a:extLst>
              <a:ext uri="{FF2B5EF4-FFF2-40B4-BE49-F238E27FC236}">
                <a16:creationId xmlns:a16="http://schemas.microsoft.com/office/drawing/2014/main" id="{69BEAD33-76BE-4CAF-B375-E999A680F839}"/>
              </a:ext>
            </a:extLst>
          </p:cNvPr>
          <p:cNvSpPr>
            <a:spLocks noGrp="1"/>
          </p:cNvSpPr>
          <p:nvPr>
            <p:ph type="pic" sz="quarter" idx="11"/>
          </p:nvPr>
        </p:nvSpPr>
        <p:spPr>
          <a:xfrm>
            <a:off x="5219700" y="685800"/>
            <a:ext cx="1543050" cy="3771900"/>
          </a:xfrm>
          <a:prstGeom prst="rect">
            <a:avLst/>
          </a:prstGeom>
        </p:spPr>
        <p:txBody>
          <a:bodyPr/>
          <a:lstStyle/>
          <a:p>
            <a:r>
              <a:rPr lang="en-US" dirty="0"/>
              <a:t>Click icon to add picture</a:t>
            </a:r>
            <a:endParaRPr lang="uk-UA"/>
          </a:p>
        </p:txBody>
      </p:sp>
      <p:sp>
        <p:nvSpPr>
          <p:cNvPr id="9" name="Picture Placeholder 3">
            <a:extLst>
              <a:ext uri="{FF2B5EF4-FFF2-40B4-BE49-F238E27FC236}">
                <a16:creationId xmlns:a16="http://schemas.microsoft.com/office/drawing/2014/main" id="{FC5AF0A1-D71D-4DD2-A802-8F21C1EDDD04}"/>
              </a:ext>
            </a:extLst>
          </p:cNvPr>
          <p:cNvSpPr>
            <a:spLocks noGrp="1"/>
          </p:cNvSpPr>
          <p:nvPr>
            <p:ph type="pic" sz="quarter" idx="12"/>
          </p:nvPr>
        </p:nvSpPr>
        <p:spPr>
          <a:xfrm>
            <a:off x="6915150" y="685800"/>
            <a:ext cx="1543050" cy="3771900"/>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519138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_IMAGE option 1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800"/>
            <a:ext cx="2547000" cy="2502000"/>
          </a:xfrm>
          <a:prstGeom prst="rect">
            <a:avLst/>
          </a:prstGeom>
        </p:spPr>
        <p:txBody>
          <a:bodyPr/>
          <a:lstStyle/>
          <a:p>
            <a:r>
              <a:rPr lang="en-US" dirty="0"/>
              <a:t>Click icon to add picture</a:t>
            </a:r>
            <a:endParaRPr lang="uk-UA"/>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3298500" y="685800"/>
            <a:ext cx="2547000" cy="2502000"/>
          </a:xfrm>
          <a:prstGeom prst="rect">
            <a:avLst/>
          </a:prstGeom>
        </p:spPr>
        <p:txBody>
          <a:bodyPr/>
          <a:lstStyle/>
          <a:p>
            <a:r>
              <a:rPr lang="en-US" dirty="0"/>
              <a:t>Click icon to add picture</a:t>
            </a:r>
            <a:endParaRPr lang="uk-UA"/>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5911200" y="685800"/>
            <a:ext cx="2547000" cy="2502000"/>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3832571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IMAGE option 11">
    <p:bg>
      <p:bgPr>
        <a:solidFill>
          <a:schemeClr val="tx1"/>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D2742DDA-BD5D-4F67-A96E-7DB1DBD7D7C3}"/>
              </a:ext>
            </a:extLst>
          </p:cNvPr>
          <p:cNvSpPr>
            <a:spLocks noGrp="1"/>
          </p:cNvSpPr>
          <p:nvPr>
            <p:ph type="pic" sz="quarter" idx="10"/>
          </p:nvPr>
        </p:nvSpPr>
        <p:spPr>
          <a:xfrm>
            <a:off x="685800" y="685800"/>
            <a:ext cx="2547000" cy="3771900"/>
          </a:xfrm>
          <a:prstGeom prst="rect">
            <a:avLst/>
          </a:prstGeom>
        </p:spPr>
        <p:txBody>
          <a:bodyPr/>
          <a:lstStyle/>
          <a:p>
            <a:r>
              <a:rPr lang="en-US" dirty="0"/>
              <a:t>Click icon to add picture</a:t>
            </a:r>
            <a:endParaRPr lang="uk-UA"/>
          </a:p>
        </p:txBody>
      </p:sp>
      <p:sp>
        <p:nvSpPr>
          <p:cNvPr id="12" name="Picture Placeholder 3">
            <a:extLst>
              <a:ext uri="{FF2B5EF4-FFF2-40B4-BE49-F238E27FC236}">
                <a16:creationId xmlns:a16="http://schemas.microsoft.com/office/drawing/2014/main" id="{0C2BEC9C-F7F4-45F2-BE52-C02716CCE40A}"/>
              </a:ext>
            </a:extLst>
          </p:cNvPr>
          <p:cNvSpPr>
            <a:spLocks noGrp="1"/>
          </p:cNvSpPr>
          <p:nvPr>
            <p:ph type="pic" sz="quarter" idx="11"/>
          </p:nvPr>
        </p:nvSpPr>
        <p:spPr>
          <a:xfrm>
            <a:off x="3298500" y="685800"/>
            <a:ext cx="2547000" cy="3771900"/>
          </a:xfrm>
          <a:prstGeom prst="rect">
            <a:avLst/>
          </a:prstGeom>
        </p:spPr>
        <p:txBody>
          <a:bodyPr/>
          <a:lstStyle/>
          <a:p>
            <a:r>
              <a:rPr lang="en-US" dirty="0"/>
              <a:t>Click icon to add picture</a:t>
            </a:r>
            <a:endParaRPr lang="uk-UA"/>
          </a:p>
        </p:txBody>
      </p:sp>
      <p:sp>
        <p:nvSpPr>
          <p:cNvPr id="13" name="Picture Placeholder 3">
            <a:extLst>
              <a:ext uri="{FF2B5EF4-FFF2-40B4-BE49-F238E27FC236}">
                <a16:creationId xmlns:a16="http://schemas.microsoft.com/office/drawing/2014/main" id="{5AD3325F-8DD8-4D2F-B33D-278CDFB34443}"/>
              </a:ext>
            </a:extLst>
          </p:cNvPr>
          <p:cNvSpPr>
            <a:spLocks noGrp="1"/>
          </p:cNvSpPr>
          <p:nvPr>
            <p:ph type="pic" sz="quarter" idx="12"/>
          </p:nvPr>
        </p:nvSpPr>
        <p:spPr>
          <a:xfrm>
            <a:off x="5911200" y="685800"/>
            <a:ext cx="2547000" cy="3771900"/>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42683198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IMAGE option 1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800"/>
            <a:ext cx="1890000" cy="3771900"/>
          </a:xfrm>
          <a:prstGeom prst="rect">
            <a:avLst/>
          </a:prstGeom>
        </p:spPr>
        <p:txBody>
          <a:bodyPr/>
          <a:lstStyle>
            <a:lvl1pPr>
              <a:defRPr sz="1400"/>
            </a:lvl1pPr>
          </a:lstStyle>
          <a:p>
            <a:r>
              <a:rPr lang="en-US" dirty="0"/>
              <a:t>Click icon to add picture</a:t>
            </a:r>
            <a:endParaRPr lang="uk-UA"/>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6568200" y="685800"/>
            <a:ext cx="1890000" cy="3771900"/>
          </a:xfrm>
          <a:prstGeom prst="rect">
            <a:avLst/>
          </a:prstGeom>
        </p:spPr>
        <p:txBody>
          <a:bodyPr/>
          <a:lstStyle>
            <a:lvl1pPr>
              <a:defRPr sz="1400"/>
            </a:lvl1pPr>
          </a:lstStyle>
          <a:p>
            <a:r>
              <a:rPr lang="en-US" dirty="0"/>
              <a:t>Click icon to add picture</a:t>
            </a:r>
            <a:endParaRPr lang="uk-UA"/>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4607401" y="685800"/>
            <a:ext cx="1890000" cy="3771900"/>
          </a:xfrm>
          <a:prstGeom prst="rect">
            <a:avLst/>
          </a:prstGeom>
        </p:spPr>
        <p:txBody>
          <a:bodyPr/>
          <a:lstStyle>
            <a:lvl1pPr>
              <a:defRPr sz="1400"/>
            </a:lvl1pPr>
          </a:lstStyle>
          <a:p>
            <a:r>
              <a:rPr lang="en-US" dirty="0"/>
              <a:t>Click icon to add picture</a:t>
            </a:r>
            <a:endParaRPr lang="uk-UA"/>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2646599" y="685800"/>
            <a:ext cx="1890000" cy="3771900"/>
          </a:xfrm>
          <a:prstGeom prst="rect">
            <a:avLst/>
          </a:prstGeom>
        </p:spPr>
        <p:txBody>
          <a:bodyPr/>
          <a:lstStyle>
            <a:lvl1pPr>
              <a:defRPr sz="1400"/>
            </a:lvl1pPr>
          </a:lstStyle>
          <a:p>
            <a:r>
              <a:rPr lang="en-US" dirty="0"/>
              <a:t>Click icon to add picture</a:t>
            </a:r>
            <a:endParaRPr lang="uk-UA"/>
          </a:p>
        </p:txBody>
      </p:sp>
    </p:spTree>
    <p:extLst>
      <p:ext uri="{BB962C8B-B14F-4D97-AF65-F5344CB8AC3E}">
        <p14:creationId xmlns:p14="http://schemas.microsoft.com/office/powerpoint/2010/main" val="2331734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IMAGE option 1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800"/>
            <a:ext cx="1890000" cy="1890000"/>
          </a:xfrm>
          <a:prstGeom prst="rect">
            <a:avLst/>
          </a:prstGeom>
        </p:spPr>
        <p:txBody>
          <a:bodyPr/>
          <a:lstStyle>
            <a:lvl1pPr>
              <a:defRPr sz="1400"/>
            </a:lvl1pPr>
          </a:lstStyle>
          <a:p>
            <a:r>
              <a:rPr lang="en-US" dirty="0"/>
              <a:t>Click icon to add picture</a:t>
            </a:r>
            <a:endParaRPr lang="uk-UA"/>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6568200" y="685800"/>
            <a:ext cx="1890000" cy="1890000"/>
          </a:xfrm>
          <a:prstGeom prst="rect">
            <a:avLst/>
          </a:prstGeom>
        </p:spPr>
        <p:txBody>
          <a:bodyPr/>
          <a:lstStyle>
            <a:lvl1pPr>
              <a:defRPr sz="1400"/>
            </a:lvl1pPr>
          </a:lstStyle>
          <a:p>
            <a:r>
              <a:rPr lang="en-US" dirty="0"/>
              <a:t>Click icon to add picture</a:t>
            </a:r>
            <a:endParaRPr lang="uk-UA"/>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4607401" y="685800"/>
            <a:ext cx="1890000" cy="1890000"/>
          </a:xfrm>
          <a:prstGeom prst="rect">
            <a:avLst/>
          </a:prstGeom>
        </p:spPr>
        <p:txBody>
          <a:bodyPr/>
          <a:lstStyle>
            <a:lvl1pPr>
              <a:defRPr sz="1400"/>
            </a:lvl1pPr>
          </a:lstStyle>
          <a:p>
            <a:r>
              <a:rPr lang="en-US" dirty="0"/>
              <a:t>Click icon to add picture</a:t>
            </a:r>
            <a:endParaRPr lang="uk-UA"/>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2646599" y="685800"/>
            <a:ext cx="1890000" cy="1890000"/>
          </a:xfrm>
          <a:prstGeom prst="rect">
            <a:avLst/>
          </a:prstGeom>
        </p:spPr>
        <p:txBody>
          <a:bodyPr/>
          <a:lstStyle>
            <a:lvl1pPr>
              <a:defRPr sz="1400"/>
            </a:lvl1pPr>
          </a:lstStyle>
          <a:p>
            <a:r>
              <a:rPr lang="en-US" dirty="0"/>
              <a:t>Click icon to add picture</a:t>
            </a:r>
            <a:endParaRPr lang="uk-UA"/>
          </a:p>
        </p:txBody>
      </p:sp>
    </p:spTree>
    <p:extLst>
      <p:ext uri="{BB962C8B-B14F-4D97-AF65-F5344CB8AC3E}">
        <p14:creationId xmlns:p14="http://schemas.microsoft.com/office/powerpoint/2010/main" val="609866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IMAGE option 13">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85800" y="685800"/>
            <a:ext cx="2547000" cy="1854000"/>
          </a:xfrm>
          <a:prstGeom prst="rect">
            <a:avLst/>
          </a:prstGeom>
        </p:spPr>
        <p:txBody>
          <a:bodyPr/>
          <a:lstStyle>
            <a:lvl1pPr>
              <a:defRPr sz="1200"/>
            </a:lvl1pPr>
          </a:lstStyle>
          <a:p>
            <a:r>
              <a:rPr lang="en-US" dirty="0"/>
              <a:t>Click icon to add picture</a:t>
            </a:r>
            <a:endParaRPr lang="uk-UA"/>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3298500" y="685800"/>
            <a:ext cx="2547000" cy="1854000"/>
          </a:xfrm>
          <a:prstGeom prst="rect">
            <a:avLst/>
          </a:prstGeom>
        </p:spPr>
        <p:txBody>
          <a:bodyPr/>
          <a:lstStyle>
            <a:lvl1pPr>
              <a:defRPr sz="1200"/>
            </a:lvl1pPr>
          </a:lstStyle>
          <a:p>
            <a:r>
              <a:rPr lang="en-US" dirty="0"/>
              <a:t>Click icon to add picture</a:t>
            </a:r>
            <a:endParaRPr lang="uk-UA"/>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5911200" y="685800"/>
            <a:ext cx="2547000" cy="1854000"/>
          </a:xfrm>
          <a:prstGeom prst="rect">
            <a:avLst/>
          </a:prstGeom>
        </p:spPr>
        <p:txBody>
          <a:bodyPr/>
          <a:lstStyle>
            <a:lvl1pPr>
              <a:defRPr sz="1200"/>
            </a:lvl1pPr>
          </a:lstStyle>
          <a:p>
            <a:r>
              <a:rPr lang="en-US" dirty="0"/>
              <a:t>Click icon to add picture</a:t>
            </a:r>
            <a:endParaRPr lang="uk-UA"/>
          </a:p>
        </p:txBody>
      </p:sp>
      <p:sp>
        <p:nvSpPr>
          <p:cNvPr id="16" name="Picture Placeholder 3">
            <a:extLst>
              <a:ext uri="{FF2B5EF4-FFF2-40B4-BE49-F238E27FC236}">
                <a16:creationId xmlns:a16="http://schemas.microsoft.com/office/drawing/2014/main" id="{15A66BDF-7867-487E-BD05-90820D1AE42F}"/>
              </a:ext>
            </a:extLst>
          </p:cNvPr>
          <p:cNvSpPr>
            <a:spLocks noGrp="1"/>
          </p:cNvSpPr>
          <p:nvPr>
            <p:ph type="pic" sz="quarter" idx="13"/>
          </p:nvPr>
        </p:nvSpPr>
        <p:spPr>
          <a:xfrm>
            <a:off x="685800" y="2603699"/>
            <a:ext cx="2547000" cy="1854000"/>
          </a:xfrm>
          <a:prstGeom prst="rect">
            <a:avLst/>
          </a:prstGeom>
        </p:spPr>
        <p:txBody>
          <a:bodyPr/>
          <a:lstStyle>
            <a:lvl1pPr>
              <a:defRPr sz="1200"/>
            </a:lvl1pPr>
          </a:lstStyle>
          <a:p>
            <a:r>
              <a:rPr lang="en-US" dirty="0"/>
              <a:t>Click icon to add picture</a:t>
            </a:r>
            <a:endParaRPr lang="uk-UA"/>
          </a:p>
        </p:txBody>
      </p:sp>
      <p:sp>
        <p:nvSpPr>
          <p:cNvPr id="17" name="Picture Placeholder 3">
            <a:extLst>
              <a:ext uri="{FF2B5EF4-FFF2-40B4-BE49-F238E27FC236}">
                <a16:creationId xmlns:a16="http://schemas.microsoft.com/office/drawing/2014/main" id="{8505305E-90B1-4FC8-841C-CA5C48C9CA6F}"/>
              </a:ext>
            </a:extLst>
          </p:cNvPr>
          <p:cNvSpPr>
            <a:spLocks noGrp="1"/>
          </p:cNvSpPr>
          <p:nvPr>
            <p:ph type="pic" sz="quarter" idx="14"/>
          </p:nvPr>
        </p:nvSpPr>
        <p:spPr>
          <a:xfrm>
            <a:off x="3298500" y="2603699"/>
            <a:ext cx="2547000" cy="1854000"/>
          </a:xfrm>
          <a:prstGeom prst="rect">
            <a:avLst/>
          </a:prstGeom>
        </p:spPr>
        <p:txBody>
          <a:bodyPr/>
          <a:lstStyle>
            <a:lvl1pPr>
              <a:defRPr sz="1200"/>
            </a:lvl1pPr>
          </a:lstStyle>
          <a:p>
            <a:r>
              <a:rPr lang="en-US" dirty="0"/>
              <a:t>Click icon to add picture</a:t>
            </a:r>
            <a:endParaRPr lang="uk-UA"/>
          </a:p>
        </p:txBody>
      </p:sp>
      <p:sp>
        <p:nvSpPr>
          <p:cNvPr id="18" name="Picture Placeholder 3">
            <a:extLst>
              <a:ext uri="{FF2B5EF4-FFF2-40B4-BE49-F238E27FC236}">
                <a16:creationId xmlns:a16="http://schemas.microsoft.com/office/drawing/2014/main" id="{7CDA6529-604C-4B16-9E5D-87D4CD114D94}"/>
              </a:ext>
            </a:extLst>
          </p:cNvPr>
          <p:cNvSpPr>
            <a:spLocks noGrp="1"/>
          </p:cNvSpPr>
          <p:nvPr>
            <p:ph type="pic" sz="quarter" idx="15"/>
          </p:nvPr>
        </p:nvSpPr>
        <p:spPr>
          <a:xfrm>
            <a:off x="5911200" y="2603699"/>
            <a:ext cx="2547000" cy="1854000"/>
          </a:xfrm>
          <a:prstGeom prst="rect">
            <a:avLst/>
          </a:prstGeom>
        </p:spPr>
        <p:txBody>
          <a:bodyPr/>
          <a:lstStyle>
            <a:lvl1pPr>
              <a:defRPr sz="1200"/>
            </a:lvl1pPr>
          </a:lstStyle>
          <a:p>
            <a:r>
              <a:rPr lang="en-US" dirty="0"/>
              <a:t>Click icon to add picture</a:t>
            </a:r>
            <a:endParaRPr lang="uk-UA"/>
          </a:p>
        </p:txBody>
      </p:sp>
    </p:spTree>
    <p:extLst>
      <p:ext uri="{BB962C8B-B14F-4D97-AF65-F5344CB8AC3E}">
        <p14:creationId xmlns:p14="http://schemas.microsoft.com/office/powerpoint/2010/main" val="1930137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IMAGE option 25">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685801" y="685800"/>
            <a:ext cx="4459514" cy="1530000"/>
          </a:xfrm>
          <a:prstGeom prst="rect">
            <a:avLst/>
          </a:prstGeom>
        </p:spPr>
        <p:txBody>
          <a:bodyPr/>
          <a:lstStyle/>
          <a:p>
            <a:r>
              <a:rPr lang="en-US" dirty="0"/>
              <a:t>Click icon to add picture</a:t>
            </a:r>
            <a:endParaRPr lang="uk-UA"/>
          </a:p>
        </p:txBody>
      </p:sp>
      <p:sp>
        <p:nvSpPr>
          <p:cNvPr id="10" name="Picture Placeholder 3">
            <a:extLst>
              <a:ext uri="{FF2B5EF4-FFF2-40B4-BE49-F238E27FC236}">
                <a16:creationId xmlns:a16="http://schemas.microsoft.com/office/drawing/2014/main" id="{9AA3B0D7-8EEE-40CB-9A33-9F9360474B55}"/>
              </a:ext>
            </a:extLst>
          </p:cNvPr>
          <p:cNvSpPr>
            <a:spLocks noGrp="1"/>
          </p:cNvSpPr>
          <p:nvPr>
            <p:ph type="pic" sz="quarter" idx="14"/>
          </p:nvPr>
        </p:nvSpPr>
        <p:spPr>
          <a:xfrm>
            <a:off x="5145315" y="685800"/>
            <a:ext cx="3312886" cy="3060000"/>
          </a:xfrm>
          <a:prstGeom prst="rect">
            <a:avLst/>
          </a:prstGeom>
        </p:spPr>
        <p:txBody>
          <a:bodyPr/>
          <a:lstStyle/>
          <a:p>
            <a:r>
              <a:rPr lang="en-US" dirty="0"/>
              <a:t>Click icon to add picture</a:t>
            </a:r>
            <a:endParaRPr lang="uk-UA"/>
          </a:p>
        </p:txBody>
      </p:sp>
      <p:sp>
        <p:nvSpPr>
          <p:cNvPr id="8" name="Picture Placeholder 3">
            <a:extLst>
              <a:ext uri="{FF2B5EF4-FFF2-40B4-BE49-F238E27FC236}">
                <a16:creationId xmlns:a16="http://schemas.microsoft.com/office/drawing/2014/main" id="{C4AB4514-60E6-454B-8051-E8C2CD922934}"/>
              </a:ext>
            </a:extLst>
          </p:cNvPr>
          <p:cNvSpPr>
            <a:spLocks noGrp="1"/>
          </p:cNvSpPr>
          <p:nvPr>
            <p:ph type="pic" sz="quarter" idx="15"/>
          </p:nvPr>
        </p:nvSpPr>
        <p:spPr>
          <a:xfrm>
            <a:off x="685801" y="2215800"/>
            <a:ext cx="4459514" cy="1530000"/>
          </a:xfrm>
          <a:prstGeom prst="rect">
            <a:avLst/>
          </a:prstGeom>
        </p:spPr>
        <p:txBody>
          <a:bodyPr/>
          <a:lstStyle/>
          <a:p>
            <a:r>
              <a:rPr lang="en-US" dirty="0"/>
              <a:t>Click icon to add picture</a:t>
            </a:r>
            <a:endParaRPr lang="uk-UA"/>
          </a:p>
        </p:txBody>
      </p:sp>
    </p:spTree>
    <p:extLst>
      <p:ext uri="{BB962C8B-B14F-4D97-AF65-F5344CB8AC3E}">
        <p14:creationId xmlns:p14="http://schemas.microsoft.com/office/powerpoint/2010/main" val="34154711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MOCKUP-Layout-20">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525615" y="1027996"/>
            <a:ext cx="4469268" cy="2757469"/>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64517101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978878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52_Custom Layout">
    <p:bg>
      <p:bgPr>
        <a:gradFill>
          <a:gsLst>
            <a:gs pos="0">
              <a:schemeClr val="accent4">
                <a:lumMod val="50000"/>
              </a:schemeClr>
            </a:gs>
            <a:gs pos="100000">
              <a:schemeClr val="accent5">
                <a:lumMod val="50000"/>
              </a:schemeClr>
            </a:gs>
          </a:gsLst>
          <a:lin ang="18600000" scaled="0"/>
        </a:gra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59C99191-B2A7-6CD9-5476-0CF08E6E0F23}"/>
              </a:ext>
            </a:extLst>
          </p:cNvPr>
          <p:cNvSpPr>
            <a:spLocks noGrp="1"/>
          </p:cNvSpPr>
          <p:nvPr>
            <p:ph type="pic" sz="quarter" idx="13"/>
          </p:nvPr>
        </p:nvSpPr>
        <p:spPr>
          <a:xfrm>
            <a:off x="4667970" y="449255"/>
            <a:ext cx="3763426" cy="4244992"/>
          </a:xfrm>
          <a:custGeom>
            <a:avLst/>
            <a:gdLst>
              <a:gd name="connsiteX0" fmla="*/ 7037495 w 7526851"/>
              <a:gd name="connsiteY0" fmla="*/ 3268225 h 8489983"/>
              <a:gd name="connsiteX1" fmla="*/ 7526851 w 7526851"/>
              <a:gd name="connsiteY1" fmla="*/ 3757580 h 8489983"/>
              <a:gd name="connsiteX2" fmla="*/ 7526849 w 7526851"/>
              <a:gd name="connsiteY2" fmla="*/ 4732407 h 8489983"/>
              <a:gd name="connsiteX3" fmla="*/ 7136116 w 7526851"/>
              <a:gd name="connsiteY3" fmla="*/ 5211820 h 8489983"/>
              <a:gd name="connsiteX4" fmla="*/ 7037494 w 7526851"/>
              <a:gd name="connsiteY4" fmla="*/ 5221762 h 8489983"/>
              <a:gd name="connsiteX5" fmla="*/ 6938873 w 7526851"/>
              <a:gd name="connsiteY5" fmla="*/ 5211820 h 8489983"/>
              <a:gd name="connsiteX6" fmla="*/ 6548140 w 7526851"/>
              <a:gd name="connsiteY6" fmla="*/ 4732407 h 8489983"/>
              <a:gd name="connsiteX7" fmla="*/ 6548140 w 7526851"/>
              <a:gd name="connsiteY7" fmla="*/ 3757579 h 8489983"/>
              <a:gd name="connsiteX8" fmla="*/ 7037495 w 7526851"/>
              <a:gd name="connsiteY8" fmla="*/ 3268225 h 8489983"/>
              <a:gd name="connsiteX9" fmla="*/ 489355 w 7526851"/>
              <a:gd name="connsiteY9" fmla="*/ 3268225 h 8489983"/>
              <a:gd name="connsiteX10" fmla="*/ 978710 w 7526851"/>
              <a:gd name="connsiteY10" fmla="*/ 3757580 h 8489983"/>
              <a:gd name="connsiteX11" fmla="*/ 978709 w 7526851"/>
              <a:gd name="connsiteY11" fmla="*/ 4732407 h 8489983"/>
              <a:gd name="connsiteX12" fmla="*/ 587976 w 7526851"/>
              <a:gd name="connsiteY12" fmla="*/ 5211820 h 8489983"/>
              <a:gd name="connsiteX13" fmla="*/ 489355 w 7526851"/>
              <a:gd name="connsiteY13" fmla="*/ 5221762 h 8489983"/>
              <a:gd name="connsiteX14" fmla="*/ 390733 w 7526851"/>
              <a:gd name="connsiteY14" fmla="*/ 5211820 h 8489983"/>
              <a:gd name="connsiteX15" fmla="*/ 0 w 7526851"/>
              <a:gd name="connsiteY15" fmla="*/ 4732407 h 8489983"/>
              <a:gd name="connsiteX16" fmla="*/ 0 w 7526851"/>
              <a:gd name="connsiteY16" fmla="*/ 3757579 h 8489983"/>
              <a:gd name="connsiteX17" fmla="*/ 489355 w 7526851"/>
              <a:gd name="connsiteY17" fmla="*/ 3268225 h 8489983"/>
              <a:gd name="connsiteX18" fmla="*/ 1580711 w 7526851"/>
              <a:gd name="connsiteY18" fmla="*/ 2161392 h 8489983"/>
              <a:gd name="connsiteX19" fmla="*/ 2070066 w 7526851"/>
              <a:gd name="connsiteY19" fmla="*/ 2650747 h 8489983"/>
              <a:gd name="connsiteX20" fmla="*/ 2070065 w 7526851"/>
              <a:gd name="connsiteY20" fmla="*/ 5839238 h 8489983"/>
              <a:gd name="connsiteX21" fmla="*/ 1679332 w 7526851"/>
              <a:gd name="connsiteY21" fmla="*/ 6318651 h 8489983"/>
              <a:gd name="connsiteX22" fmla="*/ 1580711 w 7526851"/>
              <a:gd name="connsiteY22" fmla="*/ 6328593 h 8489983"/>
              <a:gd name="connsiteX23" fmla="*/ 1482089 w 7526851"/>
              <a:gd name="connsiteY23" fmla="*/ 6318651 h 8489983"/>
              <a:gd name="connsiteX24" fmla="*/ 1091356 w 7526851"/>
              <a:gd name="connsiteY24" fmla="*/ 5839238 h 8489983"/>
              <a:gd name="connsiteX25" fmla="*/ 1091356 w 7526851"/>
              <a:gd name="connsiteY25" fmla="*/ 2650746 h 8489983"/>
              <a:gd name="connsiteX26" fmla="*/ 1580711 w 7526851"/>
              <a:gd name="connsiteY26" fmla="*/ 2161392 h 8489983"/>
              <a:gd name="connsiteX27" fmla="*/ 5946139 w 7526851"/>
              <a:gd name="connsiteY27" fmla="*/ 2161390 h 8489983"/>
              <a:gd name="connsiteX28" fmla="*/ 5946139 w 7526851"/>
              <a:gd name="connsiteY28" fmla="*/ 2161391 h 8489983"/>
              <a:gd name="connsiteX29" fmla="*/ 6435494 w 7526851"/>
              <a:gd name="connsiteY29" fmla="*/ 2650746 h 8489983"/>
              <a:gd name="connsiteX30" fmla="*/ 6435493 w 7526851"/>
              <a:gd name="connsiteY30" fmla="*/ 5839237 h 8489983"/>
              <a:gd name="connsiteX31" fmla="*/ 6044760 w 7526851"/>
              <a:gd name="connsiteY31" fmla="*/ 6318650 h 8489983"/>
              <a:gd name="connsiteX32" fmla="*/ 5946138 w 7526851"/>
              <a:gd name="connsiteY32" fmla="*/ 6328592 h 8489983"/>
              <a:gd name="connsiteX33" fmla="*/ 5847517 w 7526851"/>
              <a:gd name="connsiteY33" fmla="*/ 6318650 h 8489983"/>
              <a:gd name="connsiteX34" fmla="*/ 5456784 w 7526851"/>
              <a:gd name="connsiteY34" fmla="*/ 5839237 h 8489983"/>
              <a:gd name="connsiteX35" fmla="*/ 5456784 w 7526851"/>
              <a:gd name="connsiteY35" fmla="*/ 2650745 h 8489983"/>
              <a:gd name="connsiteX36" fmla="*/ 5946139 w 7526851"/>
              <a:gd name="connsiteY36" fmla="*/ 2161390 h 8489983"/>
              <a:gd name="connsiteX37" fmla="*/ 4854781 w 7526851"/>
              <a:gd name="connsiteY37" fmla="*/ 1075265 h 8489983"/>
              <a:gd name="connsiteX38" fmla="*/ 4854781 w 7526851"/>
              <a:gd name="connsiteY38" fmla="*/ 1075266 h 8489983"/>
              <a:gd name="connsiteX39" fmla="*/ 5344136 w 7526851"/>
              <a:gd name="connsiteY39" fmla="*/ 1564621 h 8489983"/>
              <a:gd name="connsiteX40" fmla="*/ 5344135 w 7526851"/>
              <a:gd name="connsiteY40" fmla="*/ 6925364 h 8489983"/>
              <a:gd name="connsiteX41" fmla="*/ 4953402 w 7526851"/>
              <a:gd name="connsiteY41" fmla="*/ 7404777 h 8489983"/>
              <a:gd name="connsiteX42" fmla="*/ 4854781 w 7526851"/>
              <a:gd name="connsiteY42" fmla="*/ 7414719 h 8489983"/>
              <a:gd name="connsiteX43" fmla="*/ 4756159 w 7526851"/>
              <a:gd name="connsiteY43" fmla="*/ 7404777 h 8489983"/>
              <a:gd name="connsiteX44" fmla="*/ 4365426 w 7526851"/>
              <a:gd name="connsiteY44" fmla="*/ 6925364 h 8489983"/>
              <a:gd name="connsiteX45" fmla="*/ 4365426 w 7526851"/>
              <a:gd name="connsiteY45" fmla="*/ 1564620 h 8489983"/>
              <a:gd name="connsiteX46" fmla="*/ 4854781 w 7526851"/>
              <a:gd name="connsiteY46" fmla="*/ 1075265 h 8489983"/>
              <a:gd name="connsiteX47" fmla="*/ 2672070 w 7526851"/>
              <a:gd name="connsiteY47" fmla="*/ 1075265 h 8489983"/>
              <a:gd name="connsiteX48" fmla="*/ 2672070 w 7526851"/>
              <a:gd name="connsiteY48" fmla="*/ 1075266 h 8489983"/>
              <a:gd name="connsiteX49" fmla="*/ 3161425 w 7526851"/>
              <a:gd name="connsiteY49" fmla="*/ 1564621 h 8489983"/>
              <a:gd name="connsiteX50" fmla="*/ 3161424 w 7526851"/>
              <a:gd name="connsiteY50" fmla="*/ 6925364 h 8489983"/>
              <a:gd name="connsiteX51" fmla="*/ 2770691 w 7526851"/>
              <a:gd name="connsiteY51" fmla="*/ 7404777 h 8489983"/>
              <a:gd name="connsiteX52" fmla="*/ 2672070 w 7526851"/>
              <a:gd name="connsiteY52" fmla="*/ 7414719 h 8489983"/>
              <a:gd name="connsiteX53" fmla="*/ 2573448 w 7526851"/>
              <a:gd name="connsiteY53" fmla="*/ 7404777 h 8489983"/>
              <a:gd name="connsiteX54" fmla="*/ 2182715 w 7526851"/>
              <a:gd name="connsiteY54" fmla="*/ 6925364 h 8489983"/>
              <a:gd name="connsiteX55" fmla="*/ 2182715 w 7526851"/>
              <a:gd name="connsiteY55" fmla="*/ 1564620 h 8489983"/>
              <a:gd name="connsiteX56" fmla="*/ 2672070 w 7526851"/>
              <a:gd name="connsiteY56" fmla="*/ 1075265 h 8489983"/>
              <a:gd name="connsiteX57" fmla="*/ 3763426 w 7526851"/>
              <a:gd name="connsiteY57" fmla="*/ 0 h 8489983"/>
              <a:gd name="connsiteX58" fmla="*/ 3763426 w 7526851"/>
              <a:gd name="connsiteY58" fmla="*/ 1 h 8489983"/>
              <a:gd name="connsiteX59" fmla="*/ 4252781 w 7526851"/>
              <a:gd name="connsiteY59" fmla="*/ 489356 h 8489983"/>
              <a:gd name="connsiteX60" fmla="*/ 4252781 w 7526851"/>
              <a:gd name="connsiteY60" fmla="*/ 8000627 h 8489983"/>
              <a:gd name="connsiteX61" fmla="*/ 3862047 w 7526851"/>
              <a:gd name="connsiteY61" fmla="*/ 8480041 h 8489983"/>
              <a:gd name="connsiteX62" fmla="*/ 3763426 w 7526851"/>
              <a:gd name="connsiteY62" fmla="*/ 8489983 h 8489983"/>
              <a:gd name="connsiteX63" fmla="*/ 3664805 w 7526851"/>
              <a:gd name="connsiteY63" fmla="*/ 8480041 h 8489983"/>
              <a:gd name="connsiteX64" fmla="*/ 3274071 w 7526851"/>
              <a:gd name="connsiteY64" fmla="*/ 8000627 h 8489983"/>
              <a:gd name="connsiteX65" fmla="*/ 3274071 w 7526851"/>
              <a:gd name="connsiteY65" fmla="*/ 489355 h 8489983"/>
              <a:gd name="connsiteX66" fmla="*/ 3763426 w 7526851"/>
              <a:gd name="connsiteY66" fmla="*/ 0 h 848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7526851" h="8489983">
                <a:moveTo>
                  <a:pt x="7037495" y="3268225"/>
                </a:moveTo>
                <a:cubicBezTo>
                  <a:pt x="7307758" y="3268226"/>
                  <a:pt x="7526851" y="3487317"/>
                  <a:pt x="7526851" y="3757580"/>
                </a:cubicBezTo>
                <a:lnTo>
                  <a:pt x="7526849" y="4732407"/>
                </a:lnTo>
                <a:cubicBezTo>
                  <a:pt x="7526849" y="4968887"/>
                  <a:pt x="7359107" y="5166189"/>
                  <a:pt x="7136116" y="5211820"/>
                </a:cubicBezTo>
                <a:lnTo>
                  <a:pt x="7037494" y="5221762"/>
                </a:lnTo>
                <a:lnTo>
                  <a:pt x="6938873" y="5211820"/>
                </a:lnTo>
                <a:cubicBezTo>
                  <a:pt x="6715882" y="5166189"/>
                  <a:pt x="6548140" y="4968887"/>
                  <a:pt x="6548140" y="4732407"/>
                </a:cubicBezTo>
                <a:lnTo>
                  <a:pt x="6548140" y="3757579"/>
                </a:lnTo>
                <a:cubicBezTo>
                  <a:pt x="6548140" y="3487316"/>
                  <a:pt x="6767232" y="3268225"/>
                  <a:pt x="7037495" y="3268225"/>
                </a:cubicBezTo>
                <a:close/>
                <a:moveTo>
                  <a:pt x="489355" y="3268225"/>
                </a:moveTo>
                <a:cubicBezTo>
                  <a:pt x="759618" y="3268225"/>
                  <a:pt x="978710" y="3487317"/>
                  <a:pt x="978710" y="3757580"/>
                </a:cubicBezTo>
                <a:lnTo>
                  <a:pt x="978709" y="4732407"/>
                </a:lnTo>
                <a:cubicBezTo>
                  <a:pt x="978709" y="4968887"/>
                  <a:pt x="810967" y="5166189"/>
                  <a:pt x="587976" y="5211820"/>
                </a:cubicBezTo>
                <a:lnTo>
                  <a:pt x="489355" y="5221762"/>
                </a:lnTo>
                <a:lnTo>
                  <a:pt x="390733" y="5211820"/>
                </a:lnTo>
                <a:cubicBezTo>
                  <a:pt x="167742" y="5166189"/>
                  <a:pt x="0" y="4968887"/>
                  <a:pt x="0" y="4732407"/>
                </a:cubicBezTo>
                <a:lnTo>
                  <a:pt x="0" y="3757579"/>
                </a:lnTo>
                <a:cubicBezTo>
                  <a:pt x="0" y="3487316"/>
                  <a:pt x="219092" y="3268225"/>
                  <a:pt x="489355" y="3268225"/>
                </a:cubicBezTo>
                <a:close/>
                <a:moveTo>
                  <a:pt x="1580711" y="2161392"/>
                </a:moveTo>
                <a:cubicBezTo>
                  <a:pt x="1850974" y="2161392"/>
                  <a:pt x="2070066" y="2380484"/>
                  <a:pt x="2070066" y="2650747"/>
                </a:cubicBezTo>
                <a:lnTo>
                  <a:pt x="2070065" y="5839238"/>
                </a:lnTo>
                <a:cubicBezTo>
                  <a:pt x="2070065" y="6075718"/>
                  <a:pt x="1902323" y="6273020"/>
                  <a:pt x="1679332" y="6318651"/>
                </a:cubicBezTo>
                <a:lnTo>
                  <a:pt x="1580711" y="6328593"/>
                </a:lnTo>
                <a:lnTo>
                  <a:pt x="1482089" y="6318651"/>
                </a:lnTo>
                <a:cubicBezTo>
                  <a:pt x="1259098" y="6273020"/>
                  <a:pt x="1091356" y="6075718"/>
                  <a:pt x="1091356" y="5839238"/>
                </a:cubicBezTo>
                <a:lnTo>
                  <a:pt x="1091356" y="2650746"/>
                </a:lnTo>
                <a:cubicBezTo>
                  <a:pt x="1091356" y="2380483"/>
                  <a:pt x="1310448" y="2161392"/>
                  <a:pt x="1580711" y="2161392"/>
                </a:cubicBezTo>
                <a:close/>
                <a:moveTo>
                  <a:pt x="5946139" y="2161390"/>
                </a:moveTo>
                <a:lnTo>
                  <a:pt x="5946139" y="2161391"/>
                </a:lnTo>
                <a:cubicBezTo>
                  <a:pt x="6216402" y="2161391"/>
                  <a:pt x="6435494" y="2380483"/>
                  <a:pt x="6435494" y="2650746"/>
                </a:cubicBezTo>
                <a:lnTo>
                  <a:pt x="6435493" y="5839237"/>
                </a:lnTo>
                <a:cubicBezTo>
                  <a:pt x="6435493" y="6075717"/>
                  <a:pt x="6267751" y="6273020"/>
                  <a:pt x="6044760" y="6318650"/>
                </a:cubicBezTo>
                <a:lnTo>
                  <a:pt x="5946138" y="6328592"/>
                </a:lnTo>
                <a:lnTo>
                  <a:pt x="5847517" y="6318650"/>
                </a:lnTo>
                <a:cubicBezTo>
                  <a:pt x="5624526" y="6273020"/>
                  <a:pt x="5456784" y="6075717"/>
                  <a:pt x="5456784" y="5839237"/>
                </a:cubicBezTo>
                <a:lnTo>
                  <a:pt x="5456784" y="2650745"/>
                </a:lnTo>
                <a:cubicBezTo>
                  <a:pt x="5456784" y="2380482"/>
                  <a:pt x="5675876" y="2161390"/>
                  <a:pt x="5946139" y="2161390"/>
                </a:cubicBezTo>
                <a:close/>
                <a:moveTo>
                  <a:pt x="4854781" y="1075265"/>
                </a:moveTo>
                <a:lnTo>
                  <a:pt x="4854781" y="1075266"/>
                </a:lnTo>
                <a:cubicBezTo>
                  <a:pt x="5125044" y="1075266"/>
                  <a:pt x="5344136" y="1294358"/>
                  <a:pt x="5344136" y="1564621"/>
                </a:cubicBezTo>
                <a:lnTo>
                  <a:pt x="5344135" y="6925364"/>
                </a:lnTo>
                <a:cubicBezTo>
                  <a:pt x="5344135" y="7161844"/>
                  <a:pt x="5176393" y="7359147"/>
                  <a:pt x="4953402" y="7404777"/>
                </a:cubicBezTo>
                <a:lnTo>
                  <a:pt x="4854781" y="7414719"/>
                </a:lnTo>
                <a:lnTo>
                  <a:pt x="4756159" y="7404777"/>
                </a:lnTo>
                <a:cubicBezTo>
                  <a:pt x="4533168" y="7359147"/>
                  <a:pt x="4365426" y="7161844"/>
                  <a:pt x="4365426" y="6925364"/>
                </a:cubicBezTo>
                <a:lnTo>
                  <a:pt x="4365426" y="1564620"/>
                </a:lnTo>
                <a:cubicBezTo>
                  <a:pt x="4365426" y="1294357"/>
                  <a:pt x="4584518" y="1075265"/>
                  <a:pt x="4854781" y="1075265"/>
                </a:cubicBezTo>
                <a:close/>
                <a:moveTo>
                  <a:pt x="2672070" y="1075265"/>
                </a:moveTo>
                <a:lnTo>
                  <a:pt x="2672070" y="1075266"/>
                </a:lnTo>
                <a:cubicBezTo>
                  <a:pt x="2942333" y="1075266"/>
                  <a:pt x="3161425" y="1294358"/>
                  <a:pt x="3161425" y="1564621"/>
                </a:cubicBezTo>
                <a:lnTo>
                  <a:pt x="3161424" y="6925364"/>
                </a:lnTo>
                <a:cubicBezTo>
                  <a:pt x="3161424" y="7161844"/>
                  <a:pt x="2993682" y="7359146"/>
                  <a:pt x="2770691" y="7404777"/>
                </a:cubicBezTo>
                <a:lnTo>
                  <a:pt x="2672070" y="7414719"/>
                </a:lnTo>
                <a:lnTo>
                  <a:pt x="2573448" y="7404777"/>
                </a:lnTo>
                <a:cubicBezTo>
                  <a:pt x="2350457" y="7359146"/>
                  <a:pt x="2182715" y="7161844"/>
                  <a:pt x="2182715" y="6925364"/>
                </a:cubicBezTo>
                <a:lnTo>
                  <a:pt x="2182715" y="1564620"/>
                </a:lnTo>
                <a:cubicBezTo>
                  <a:pt x="2182715" y="1294357"/>
                  <a:pt x="2401807" y="1075265"/>
                  <a:pt x="2672070" y="1075265"/>
                </a:cubicBezTo>
                <a:close/>
                <a:moveTo>
                  <a:pt x="3763426" y="0"/>
                </a:moveTo>
                <a:lnTo>
                  <a:pt x="3763426" y="1"/>
                </a:lnTo>
                <a:cubicBezTo>
                  <a:pt x="4033689" y="1"/>
                  <a:pt x="4252781" y="219093"/>
                  <a:pt x="4252781" y="489356"/>
                </a:cubicBezTo>
                <a:lnTo>
                  <a:pt x="4252781" y="8000627"/>
                </a:lnTo>
                <a:cubicBezTo>
                  <a:pt x="4252781" y="8237108"/>
                  <a:pt x="4085039" y="8434410"/>
                  <a:pt x="3862047" y="8480041"/>
                </a:cubicBezTo>
                <a:lnTo>
                  <a:pt x="3763426" y="8489983"/>
                </a:lnTo>
                <a:lnTo>
                  <a:pt x="3664805" y="8480041"/>
                </a:lnTo>
                <a:cubicBezTo>
                  <a:pt x="3441813" y="8434410"/>
                  <a:pt x="3274071" y="8237108"/>
                  <a:pt x="3274071" y="8000627"/>
                </a:cubicBezTo>
                <a:lnTo>
                  <a:pt x="3274071" y="489355"/>
                </a:lnTo>
                <a:cubicBezTo>
                  <a:pt x="3274071" y="219092"/>
                  <a:pt x="3493163" y="0"/>
                  <a:pt x="3763426" y="0"/>
                </a:cubicBezTo>
                <a:close/>
              </a:path>
            </a:pathLst>
          </a:custGeom>
          <a:solidFill>
            <a:schemeClr val="accent1"/>
          </a:solidFill>
          <a:effectLst>
            <a:outerShdw blurRad="635000" dist="1143000" dir="5400000" sx="90000" sy="90000" algn="t" rotWithShape="0">
              <a:prstClr val="black">
                <a:alpha val="40000"/>
              </a:prstClr>
            </a:outerShdw>
          </a:effectLst>
        </p:spPr>
        <p:txBody>
          <a:bodyPr/>
          <a:lstStyle>
            <a:lvl1pPr>
              <a:defRPr lang="en-US">
                <a:solidFill>
                  <a:schemeClr val="bg1"/>
                </a:solidFill>
              </a:defRPr>
            </a:lvl1pPr>
          </a:lstStyle>
          <a:p>
            <a:pPr lvl="0"/>
            <a:endParaRPr lang="en-US"/>
          </a:p>
        </p:txBody>
      </p:sp>
      <p:sp>
        <p:nvSpPr>
          <p:cNvPr id="2" name="Title 1">
            <a:extLst>
              <a:ext uri="{FF2B5EF4-FFF2-40B4-BE49-F238E27FC236}">
                <a16:creationId xmlns:a16="http://schemas.microsoft.com/office/drawing/2014/main" id="{62414565-49FE-3195-3D99-D7D6067B0EB0}"/>
              </a:ext>
            </a:extLst>
          </p:cNvPr>
          <p:cNvSpPr>
            <a:spLocks noGrp="1"/>
          </p:cNvSpPr>
          <p:nvPr>
            <p:ph type="title"/>
          </p:nvPr>
        </p:nvSpPr>
        <p:spPr>
          <a:xfrm>
            <a:off x="1005841" y="2269998"/>
            <a:ext cx="3063239" cy="603504"/>
          </a:xfrm>
          <a:prstGeom prst="rect">
            <a:avLst/>
          </a:prstGeom>
        </p:spPr>
        <p:txBody>
          <a:bodyPr anchor="ctr"/>
          <a:lstStyle>
            <a:lvl1pPr>
              <a:defRPr sz="3300">
                <a:solidFill>
                  <a:schemeClr val="bg1"/>
                </a:solidFill>
              </a:defRPr>
            </a:lvl1pPr>
          </a:lstStyle>
          <a:p>
            <a:r>
              <a:rPr lang="en-US"/>
              <a:t>Click to edit Master title style</a:t>
            </a:r>
          </a:p>
        </p:txBody>
      </p:sp>
      <p:grpSp>
        <p:nvGrpSpPr>
          <p:cNvPr id="159" name="Group 158">
            <a:extLst>
              <a:ext uri="{FF2B5EF4-FFF2-40B4-BE49-F238E27FC236}">
                <a16:creationId xmlns:a16="http://schemas.microsoft.com/office/drawing/2014/main" id="{03B48B17-EA6A-2EB0-BA3A-26687A5F0BA8}"/>
              </a:ext>
            </a:extLst>
          </p:cNvPr>
          <p:cNvGrpSpPr/>
          <p:nvPr userDrawn="1"/>
        </p:nvGrpSpPr>
        <p:grpSpPr>
          <a:xfrm>
            <a:off x="91440" y="91440"/>
            <a:ext cx="548640" cy="4960620"/>
            <a:chOff x="182880" y="182880"/>
            <a:chExt cx="1097280" cy="9921240"/>
          </a:xfrm>
        </p:grpSpPr>
        <p:sp>
          <p:nvSpPr>
            <p:cNvPr id="160" name="Oval 159">
              <a:extLst>
                <a:ext uri="{FF2B5EF4-FFF2-40B4-BE49-F238E27FC236}">
                  <a16:creationId xmlns:a16="http://schemas.microsoft.com/office/drawing/2014/main" id="{ACF505E9-B2B7-0046-7B00-539570A52016}"/>
                </a:ext>
              </a:extLst>
            </p:cNvPr>
            <p:cNvSpPr/>
            <p:nvPr/>
          </p:nvSpPr>
          <p:spPr>
            <a:xfrm>
              <a:off x="594360" y="60231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61" name="Oval 160">
              <a:extLst>
                <a:ext uri="{FF2B5EF4-FFF2-40B4-BE49-F238E27FC236}">
                  <a16:creationId xmlns:a16="http://schemas.microsoft.com/office/drawing/2014/main" id="{A1BE5490-C4F8-D5CF-8D1F-2CF0F7670A8E}"/>
                </a:ext>
              </a:extLst>
            </p:cNvPr>
            <p:cNvSpPr/>
            <p:nvPr/>
          </p:nvSpPr>
          <p:spPr>
            <a:xfrm>
              <a:off x="594360" y="102174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62" name="Oval 161">
              <a:extLst>
                <a:ext uri="{FF2B5EF4-FFF2-40B4-BE49-F238E27FC236}">
                  <a16:creationId xmlns:a16="http://schemas.microsoft.com/office/drawing/2014/main" id="{153BECB4-6E68-F70A-A43B-44CAB2B9E9A4}"/>
                </a:ext>
              </a:extLst>
            </p:cNvPr>
            <p:cNvSpPr/>
            <p:nvPr/>
          </p:nvSpPr>
          <p:spPr>
            <a:xfrm>
              <a:off x="594360" y="1441173"/>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63" name="Oval 162">
              <a:extLst>
                <a:ext uri="{FF2B5EF4-FFF2-40B4-BE49-F238E27FC236}">
                  <a16:creationId xmlns:a16="http://schemas.microsoft.com/office/drawing/2014/main" id="{D01312BB-8D57-346B-4AB5-D0E99F4F7179}"/>
                </a:ext>
              </a:extLst>
            </p:cNvPr>
            <p:cNvSpPr/>
            <p:nvPr/>
          </p:nvSpPr>
          <p:spPr>
            <a:xfrm>
              <a:off x="594360" y="1860604"/>
              <a:ext cx="274320" cy="274320"/>
            </a:xfrm>
            <a:prstGeom prst="ellipse">
              <a:avLst/>
            </a:prstGeom>
            <a:gradFill>
              <a:gsLst>
                <a:gs pos="0">
                  <a:schemeClr val="accent2"/>
                </a:gs>
                <a:gs pos="100000">
                  <a:schemeClr val="accent1"/>
                </a:gs>
              </a:gsLst>
              <a:lin ang="18600000" scaled="0"/>
            </a:gra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64" name="Oval 163">
              <a:extLst>
                <a:ext uri="{FF2B5EF4-FFF2-40B4-BE49-F238E27FC236}">
                  <a16:creationId xmlns:a16="http://schemas.microsoft.com/office/drawing/2014/main" id="{AB16998A-E4BA-5B8B-EE0A-B3F6DA47633D}"/>
                </a:ext>
              </a:extLst>
            </p:cNvPr>
            <p:cNvSpPr/>
            <p:nvPr/>
          </p:nvSpPr>
          <p:spPr>
            <a:xfrm>
              <a:off x="594360" y="2280035"/>
              <a:ext cx="274320" cy="274320"/>
            </a:xfrm>
            <a:prstGeom prst="ellipse">
              <a:avLst/>
            </a:prstGeom>
            <a:gradFill>
              <a:gsLst>
                <a:gs pos="0">
                  <a:schemeClr val="accent3"/>
                </a:gs>
                <a:gs pos="100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65" name="Oval 164">
              <a:extLst>
                <a:ext uri="{FF2B5EF4-FFF2-40B4-BE49-F238E27FC236}">
                  <a16:creationId xmlns:a16="http://schemas.microsoft.com/office/drawing/2014/main" id="{35645F3A-37F4-D23D-BD6D-DECFA1E7EC90}"/>
                </a:ext>
              </a:extLst>
            </p:cNvPr>
            <p:cNvSpPr/>
            <p:nvPr/>
          </p:nvSpPr>
          <p:spPr>
            <a:xfrm>
              <a:off x="594360" y="2699466"/>
              <a:ext cx="274320" cy="274320"/>
            </a:xfrm>
            <a:prstGeom prst="ellipse">
              <a:avLst/>
            </a:prstGeom>
            <a:gradFill>
              <a:gsLst>
                <a:gs pos="0">
                  <a:schemeClr val="accent4"/>
                </a:gs>
                <a:gs pos="100000">
                  <a:schemeClr val="accent3"/>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66" name="Oval 165">
              <a:extLst>
                <a:ext uri="{FF2B5EF4-FFF2-40B4-BE49-F238E27FC236}">
                  <a16:creationId xmlns:a16="http://schemas.microsoft.com/office/drawing/2014/main" id="{640CDC95-8CF5-3AE0-7AAA-40CECF666DD8}"/>
                </a:ext>
              </a:extLst>
            </p:cNvPr>
            <p:cNvSpPr/>
            <p:nvPr/>
          </p:nvSpPr>
          <p:spPr>
            <a:xfrm>
              <a:off x="594360" y="3118897"/>
              <a:ext cx="274320" cy="274320"/>
            </a:xfrm>
            <a:prstGeom prst="ellipse">
              <a:avLst/>
            </a:prstGeom>
            <a:gradFill>
              <a:gsLst>
                <a:gs pos="0">
                  <a:schemeClr val="accent5"/>
                </a:gs>
                <a:gs pos="100000">
                  <a:schemeClr val="accent4"/>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1" name="Oval 240">
              <a:extLst>
                <a:ext uri="{FF2B5EF4-FFF2-40B4-BE49-F238E27FC236}">
                  <a16:creationId xmlns:a16="http://schemas.microsoft.com/office/drawing/2014/main" id="{51E79D53-D1D2-E380-5867-BD41EA378676}"/>
                </a:ext>
              </a:extLst>
            </p:cNvPr>
            <p:cNvSpPr/>
            <p:nvPr/>
          </p:nvSpPr>
          <p:spPr>
            <a:xfrm>
              <a:off x="594360" y="3538328"/>
              <a:ext cx="274320" cy="274320"/>
            </a:xfrm>
            <a:prstGeom prst="ellipse">
              <a:avLst/>
            </a:prstGeom>
            <a:gradFill>
              <a:gsLst>
                <a:gs pos="0">
                  <a:schemeClr val="accent6"/>
                </a:gs>
                <a:gs pos="100000">
                  <a:schemeClr val="accent5"/>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2" name="Oval 241">
              <a:extLst>
                <a:ext uri="{FF2B5EF4-FFF2-40B4-BE49-F238E27FC236}">
                  <a16:creationId xmlns:a16="http://schemas.microsoft.com/office/drawing/2014/main" id="{B7CB3757-95B3-8891-613F-4F985C5CBFC2}"/>
                </a:ext>
              </a:extLst>
            </p:cNvPr>
            <p:cNvSpPr/>
            <p:nvPr/>
          </p:nvSpPr>
          <p:spPr>
            <a:xfrm>
              <a:off x="594360" y="3957759"/>
              <a:ext cx="274320" cy="274320"/>
            </a:xfrm>
            <a:prstGeom prst="ellipse">
              <a:avLst/>
            </a:prstGeom>
            <a:gradFill>
              <a:gsLst>
                <a:gs pos="0">
                  <a:schemeClr val="accent6">
                    <a:lumMod val="75000"/>
                  </a:schemeClr>
                </a:gs>
                <a:gs pos="100000">
                  <a:schemeClr val="accent6"/>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3" name="Oval 242">
              <a:extLst>
                <a:ext uri="{FF2B5EF4-FFF2-40B4-BE49-F238E27FC236}">
                  <a16:creationId xmlns:a16="http://schemas.microsoft.com/office/drawing/2014/main" id="{7F836A1C-C088-DD4B-6B80-B8D4A5C1D4E5}"/>
                </a:ext>
              </a:extLst>
            </p:cNvPr>
            <p:cNvSpPr/>
            <p:nvPr/>
          </p:nvSpPr>
          <p:spPr>
            <a:xfrm>
              <a:off x="594360" y="437719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44" name="Oval 243">
              <a:extLst>
                <a:ext uri="{FF2B5EF4-FFF2-40B4-BE49-F238E27FC236}">
                  <a16:creationId xmlns:a16="http://schemas.microsoft.com/office/drawing/2014/main" id="{D72A3154-72DA-ECFC-1D12-480F93EDA80E}"/>
                </a:ext>
              </a:extLst>
            </p:cNvPr>
            <p:cNvSpPr/>
            <p:nvPr/>
          </p:nvSpPr>
          <p:spPr>
            <a:xfrm>
              <a:off x="594360" y="479662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45" name="Oval 244">
              <a:extLst>
                <a:ext uri="{FF2B5EF4-FFF2-40B4-BE49-F238E27FC236}">
                  <a16:creationId xmlns:a16="http://schemas.microsoft.com/office/drawing/2014/main" id="{064807EE-38EA-0157-427F-4FF7AC847576}"/>
                </a:ext>
              </a:extLst>
            </p:cNvPr>
            <p:cNvSpPr/>
            <p:nvPr/>
          </p:nvSpPr>
          <p:spPr>
            <a:xfrm>
              <a:off x="594360" y="521605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46" name="Oval 245">
              <a:extLst>
                <a:ext uri="{FF2B5EF4-FFF2-40B4-BE49-F238E27FC236}">
                  <a16:creationId xmlns:a16="http://schemas.microsoft.com/office/drawing/2014/main" id="{D7BAB2C5-B65E-0C39-4E7B-9D1DD00D92AA}"/>
                </a:ext>
              </a:extLst>
            </p:cNvPr>
            <p:cNvSpPr/>
            <p:nvPr/>
          </p:nvSpPr>
          <p:spPr>
            <a:xfrm>
              <a:off x="594360" y="5635483"/>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47" name="Oval 246">
              <a:extLst>
                <a:ext uri="{FF2B5EF4-FFF2-40B4-BE49-F238E27FC236}">
                  <a16:creationId xmlns:a16="http://schemas.microsoft.com/office/drawing/2014/main" id="{C099F7D0-0C38-9042-5AD6-D5EED1076BDE}"/>
                </a:ext>
              </a:extLst>
            </p:cNvPr>
            <p:cNvSpPr/>
            <p:nvPr/>
          </p:nvSpPr>
          <p:spPr>
            <a:xfrm>
              <a:off x="594360" y="6054914"/>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48" name="Oval 247">
              <a:extLst>
                <a:ext uri="{FF2B5EF4-FFF2-40B4-BE49-F238E27FC236}">
                  <a16:creationId xmlns:a16="http://schemas.microsoft.com/office/drawing/2014/main" id="{18041161-3A25-9913-5BDC-059D3BB6A67C}"/>
                </a:ext>
              </a:extLst>
            </p:cNvPr>
            <p:cNvSpPr/>
            <p:nvPr/>
          </p:nvSpPr>
          <p:spPr>
            <a:xfrm>
              <a:off x="594360" y="6474345"/>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49" name="Oval 248">
              <a:extLst>
                <a:ext uri="{FF2B5EF4-FFF2-40B4-BE49-F238E27FC236}">
                  <a16:creationId xmlns:a16="http://schemas.microsoft.com/office/drawing/2014/main" id="{056F93D9-8521-5394-C804-4623385F8489}"/>
                </a:ext>
              </a:extLst>
            </p:cNvPr>
            <p:cNvSpPr/>
            <p:nvPr/>
          </p:nvSpPr>
          <p:spPr>
            <a:xfrm>
              <a:off x="594360" y="6893776"/>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0" name="Oval 249">
              <a:extLst>
                <a:ext uri="{FF2B5EF4-FFF2-40B4-BE49-F238E27FC236}">
                  <a16:creationId xmlns:a16="http://schemas.microsoft.com/office/drawing/2014/main" id="{A1DF982C-1AE8-CBDE-58CB-F238AE74B229}"/>
                </a:ext>
              </a:extLst>
            </p:cNvPr>
            <p:cNvSpPr/>
            <p:nvPr/>
          </p:nvSpPr>
          <p:spPr>
            <a:xfrm>
              <a:off x="594360" y="7313207"/>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1" name="Oval 250">
              <a:extLst>
                <a:ext uri="{FF2B5EF4-FFF2-40B4-BE49-F238E27FC236}">
                  <a16:creationId xmlns:a16="http://schemas.microsoft.com/office/drawing/2014/main" id="{A815362A-4BD4-7100-6623-A1A6BEE90956}"/>
                </a:ext>
              </a:extLst>
            </p:cNvPr>
            <p:cNvSpPr/>
            <p:nvPr/>
          </p:nvSpPr>
          <p:spPr>
            <a:xfrm>
              <a:off x="594360" y="7732638"/>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2" name="Oval 251">
              <a:extLst>
                <a:ext uri="{FF2B5EF4-FFF2-40B4-BE49-F238E27FC236}">
                  <a16:creationId xmlns:a16="http://schemas.microsoft.com/office/drawing/2014/main" id="{A32C92DB-15E8-F494-6D70-875AEAD283FA}"/>
                </a:ext>
              </a:extLst>
            </p:cNvPr>
            <p:cNvSpPr/>
            <p:nvPr/>
          </p:nvSpPr>
          <p:spPr>
            <a:xfrm>
              <a:off x="594360" y="8152069"/>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3" name="Oval 252">
              <a:extLst>
                <a:ext uri="{FF2B5EF4-FFF2-40B4-BE49-F238E27FC236}">
                  <a16:creationId xmlns:a16="http://schemas.microsoft.com/office/drawing/2014/main" id="{3DE5DD0B-D676-9AA4-01B8-6E7075BD6E31}"/>
                </a:ext>
              </a:extLst>
            </p:cNvPr>
            <p:cNvSpPr/>
            <p:nvPr/>
          </p:nvSpPr>
          <p:spPr>
            <a:xfrm>
              <a:off x="594360" y="857150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4" name="Oval 253">
              <a:extLst>
                <a:ext uri="{FF2B5EF4-FFF2-40B4-BE49-F238E27FC236}">
                  <a16:creationId xmlns:a16="http://schemas.microsoft.com/office/drawing/2014/main" id="{B8B3385D-6989-B2B9-FCAD-7EEFAC4A9285}"/>
                </a:ext>
              </a:extLst>
            </p:cNvPr>
            <p:cNvSpPr/>
            <p:nvPr/>
          </p:nvSpPr>
          <p:spPr>
            <a:xfrm>
              <a:off x="594360" y="899093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5" name="Oval 254">
              <a:extLst>
                <a:ext uri="{FF2B5EF4-FFF2-40B4-BE49-F238E27FC236}">
                  <a16:creationId xmlns:a16="http://schemas.microsoft.com/office/drawing/2014/main" id="{F227A184-99ED-48D3-52DA-647351EE76E5}"/>
                </a:ext>
              </a:extLst>
            </p:cNvPr>
            <p:cNvSpPr/>
            <p:nvPr/>
          </p:nvSpPr>
          <p:spPr>
            <a:xfrm>
              <a:off x="594360" y="941036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6" name="Oval 255">
              <a:extLst>
                <a:ext uri="{FF2B5EF4-FFF2-40B4-BE49-F238E27FC236}">
                  <a16:creationId xmlns:a16="http://schemas.microsoft.com/office/drawing/2014/main" id="{51011B55-801D-B12E-C6F8-345E7F39E11C}"/>
                </a:ext>
              </a:extLst>
            </p:cNvPr>
            <p:cNvSpPr/>
            <p:nvPr/>
          </p:nvSpPr>
          <p:spPr>
            <a:xfrm>
              <a:off x="182880" y="18288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7" name="Oval 256">
              <a:extLst>
                <a:ext uri="{FF2B5EF4-FFF2-40B4-BE49-F238E27FC236}">
                  <a16:creationId xmlns:a16="http://schemas.microsoft.com/office/drawing/2014/main" id="{E19593A3-802D-5992-BB0A-44B66BDBD82F}"/>
                </a:ext>
              </a:extLst>
            </p:cNvPr>
            <p:cNvSpPr/>
            <p:nvPr/>
          </p:nvSpPr>
          <p:spPr>
            <a:xfrm>
              <a:off x="182880" y="60231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8" name="Oval 257">
              <a:extLst>
                <a:ext uri="{FF2B5EF4-FFF2-40B4-BE49-F238E27FC236}">
                  <a16:creationId xmlns:a16="http://schemas.microsoft.com/office/drawing/2014/main" id="{B2597144-5E8A-3EAD-7086-79EACE752229}"/>
                </a:ext>
              </a:extLst>
            </p:cNvPr>
            <p:cNvSpPr/>
            <p:nvPr/>
          </p:nvSpPr>
          <p:spPr>
            <a:xfrm>
              <a:off x="182880" y="102174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59" name="Oval 258">
              <a:extLst>
                <a:ext uri="{FF2B5EF4-FFF2-40B4-BE49-F238E27FC236}">
                  <a16:creationId xmlns:a16="http://schemas.microsoft.com/office/drawing/2014/main" id="{3D035DB3-C025-43FA-5B08-CBD48F4F6385}"/>
                </a:ext>
              </a:extLst>
            </p:cNvPr>
            <p:cNvSpPr/>
            <p:nvPr/>
          </p:nvSpPr>
          <p:spPr>
            <a:xfrm>
              <a:off x="182880" y="1441173"/>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0" name="Oval 259">
              <a:extLst>
                <a:ext uri="{FF2B5EF4-FFF2-40B4-BE49-F238E27FC236}">
                  <a16:creationId xmlns:a16="http://schemas.microsoft.com/office/drawing/2014/main" id="{8BE1CAB9-7693-E03F-5267-E0838B482BAD}"/>
                </a:ext>
              </a:extLst>
            </p:cNvPr>
            <p:cNvSpPr/>
            <p:nvPr/>
          </p:nvSpPr>
          <p:spPr>
            <a:xfrm>
              <a:off x="182880" y="1860604"/>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1" name="Oval 260">
              <a:extLst>
                <a:ext uri="{FF2B5EF4-FFF2-40B4-BE49-F238E27FC236}">
                  <a16:creationId xmlns:a16="http://schemas.microsoft.com/office/drawing/2014/main" id="{6657F2D5-BF90-883E-F68C-FADFF2348795}"/>
                </a:ext>
              </a:extLst>
            </p:cNvPr>
            <p:cNvSpPr/>
            <p:nvPr/>
          </p:nvSpPr>
          <p:spPr>
            <a:xfrm>
              <a:off x="182880" y="2280035"/>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2" name="Oval 261">
              <a:extLst>
                <a:ext uri="{FF2B5EF4-FFF2-40B4-BE49-F238E27FC236}">
                  <a16:creationId xmlns:a16="http://schemas.microsoft.com/office/drawing/2014/main" id="{FEAEC660-8C0A-ED53-7600-4E01751D2FE1}"/>
                </a:ext>
              </a:extLst>
            </p:cNvPr>
            <p:cNvSpPr/>
            <p:nvPr/>
          </p:nvSpPr>
          <p:spPr>
            <a:xfrm>
              <a:off x="182880" y="2699466"/>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3" name="Oval 262">
              <a:extLst>
                <a:ext uri="{FF2B5EF4-FFF2-40B4-BE49-F238E27FC236}">
                  <a16:creationId xmlns:a16="http://schemas.microsoft.com/office/drawing/2014/main" id="{88FC1645-21F0-9580-5584-C24E6FCB7D31}"/>
                </a:ext>
              </a:extLst>
            </p:cNvPr>
            <p:cNvSpPr/>
            <p:nvPr/>
          </p:nvSpPr>
          <p:spPr>
            <a:xfrm>
              <a:off x="182880" y="3118897"/>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4" name="Oval 263">
              <a:extLst>
                <a:ext uri="{FF2B5EF4-FFF2-40B4-BE49-F238E27FC236}">
                  <a16:creationId xmlns:a16="http://schemas.microsoft.com/office/drawing/2014/main" id="{3619F626-8570-70E9-8D9A-710D949D218D}"/>
                </a:ext>
              </a:extLst>
            </p:cNvPr>
            <p:cNvSpPr/>
            <p:nvPr/>
          </p:nvSpPr>
          <p:spPr>
            <a:xfrm>
              <a:off x="182880" y="3538328"/>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5" name="Oval 264">
              <a:extLst>
                <a:ext uri="{FF2B5EF4-FFF2-40B4-BE49-F238E27FC236}">
                  <a16:creationId xmlns:a16="http://schemas.microsoft.com/office/drawing/2014/main" id="{7F976983-708A-76BA-3CA8-0387826C6FF0}"/>
                </a:ext>
              </a:extLst>
            </p:cNvPr>
            <p:cNvSpPr/>
            <p:nvPr/>
          </p:nvSpPr>
          <p:spPr>
            <a:xfrm>
              <a:off x="182880" y="3957759"/>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6" name="Oval 265">
              <a:extLst>
                <a:ext uri="{FF2B5EF4-FFF2-40B4-BE49-F238E27FC236}">
                  <a16:creationId xmlns:a16="http://schemas.microsoft.com/office/drawing/2014/main" id="{991DA1E7-787D-3DDE-52A0-121299A4A2CC}"/>
                </a:ext>
              </a:extLst>
            </p:cNvPr>
            <p:cNvSpPr/>
            <p:nvPr/>
          </p:nvSpPr>
          <p:spPr>
            <a:xfrm>
              <a:off x="182880" y="437719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7" name="Oval 266">
              <a:extLst>
                <a:ext uri="{FF2B5EF4-FFF2-40B4-BE49-F238E27FC236}">
                  <a16:creationId xmlns:a16="http://schemas.microsoft.com/office/drawing/2014/main" id="{1A52E276-E7A3-682D-7536-31E3CE166498}"/>
                </a:ext>
              </a:extLst>
            </p:cNvPr>
            <p:cNvSpPr/>
            <p:nvPr/>
          </p:nvSpPr>
          <p:spPr>
            <a:xfrm>
              <a:off x="182880" y="479662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8" name="Oval 267">
              <a:extLst>
                <a:ext uri="{FF2B5EF4-FFF2-40B4-BE49-F238E27FC236}">
                  <a16:creationId xmlns:a16="http://schemas.microsoft.com/office/drawing/2014/main" id="{4DA4EACE-C2DD-81ED-FDE5-8E49123ACFB0}"/>
                </a:ext>
              </a:extLst>
            </p:cNvPr>
            <p:cNvSpPr/>
            <p:nvPr/>
          </p:nvSpPr>
          <p:spPr>
            <a:xfrm>
              <a:off x="182880" y="521605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69" name="Oval 268">
              <a:extLst>
                <a:ext uri="{FF2B5EF4-FFF2-40B4-BE49-F238E27FC236}">
                  <a16:creationId xmlns:a16="http://schemas.microsoft.com/office/drawing/2014/main" id="{DC5AE310-629F-E20A-C01F-29611064ED39}"/>
                </a:ext>
              </a:extLst>
            </p:cNvPr>
            <p:cNvSpPr/>
            <p:nvPr/>
          </p:nvSpPr>
          <p:spPr>
            <a:xfrm>
              <a:off x="182880" y="5635483"/>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0" name="Oval 269">
              <a:extLst>
                <a:ext uri="{FF2B5EF4-FFF2-40B4-BE49-F238E27FC236}">
                  <a16:creationId xmlns:a16="http://schemas.microsoft.com/office/drawing/2014/main" id="{75049DED-E012-3F75-E59C-C5957B90EBCF}"/>
                </a:ext>
              </a:extLst>
            </p:cNvPr>
            <p:cNvSpPr/>
            <p:nvPr/>
          </p:nvSpPr>
          <p:spPr>
            <a:xfrm>
              <a:off x="182880" y="6054914"/>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1" name="Oval 270">
              <a:extLst>
                <a:ext uri="{FF2B5EF4-FFF2-40B4-BE49-F238E27FC236}">
                  <a16:creationId xmlns:a16="http://schemas.microsoft.com/office/drawing/2014/main" id="{5D444528-8644-B82E-277F-EA031C4F3B43}"/>
                </a:ext>
              </a:extLst>
            </p:cNvPr>
            <p:cNvSpPr/>
            <p:nvPr/>
          </p:nvSpPr>
          <p:spPr>
            <a:xfrm>
              <a:off x="182880" y="6474345"/>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2" name="Oval 271">
              <a:extLst>
                <a:ext uri="{FF2B5EF4-FFF2-40B4-BE49-F238E27FC236}">
                  <a16:creationId xmlns:a16="http://schemas.microsoft.com/office/drawing/2014/main" id="{69F62E63-25D8-CBBC-A027-403F8AFDD2DF}"/>
                </a:ext>
              </a:extLst>
            </p:cNvPr>
            <p:cNvSpPr/>
            <p:nvPr/>
          </p:nvSpPr>
          <p:spPr>
            <a:xfrm>
              <a:off x="182880" y="6893776"/>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3" name="Oval 272">
              <a:extLst>
                <a:ext uri="{FF2B5EF4-FFF2-40B4-BE49-F238E27FC236}">
                  <a16:creationId xmlns:a16="http://schemas.microsoft.com/office/drawing/2014/main" id="{72ECE64A-2ADA-FFA2-D91C-359E497974C4}"/>
                </a:ext>
              </a:extLst>
            </p:cNvPr>
            <p:cNvSpPr/>
            <p:nvPr/>
          </p:nvSpPr>
          <p:spPr>
            <a:xfrm>
              <a:off x="182880" y="7313207"/>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4" name="Oval 273">
              <a:extLst>
                <a:ext uri="{FF2B5EF4-FFF2-40B4-BE49-F238E27FC236}">
                  <a16:creationId xmlns:a16="http://schemas.microsoft.com/office/drawing/2014/main" id="{EB9AF551-7862-AA56-8426-68E97274310D}"/>
                </a:ext>
              </a:extLst>
            </p:cNvPr>
            <p:cNvSpPr/>
            <p:nvPr/>
          </p:nvSpPr>
          <p:spPr>
            <a:xfrm>
              <a:off x="182880" y="7732638"/>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5" name="Oval 274">
              <a:extLst>
                <a:ext uri="{FF2B5EF4-FFF2-40B4-BE49-F238E27FC236}">
                  <a16:creationId xmlns:a16="http://schemas.microsoft.com/office/drawing/2014/main" id="{DA34DE7F-F556-A9BB-457D-15D683B293EE}"/>
                </a:ext>
              </a:extLst>
            </p:cNvPr>
            <p:cNvSpPr/>
            <p:nvPr/>
          </p:nvSpPr>
          <p:spPr>
            <a:xfrm>
              <a:off x="182880" y="8152069"/>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6" name="Oval 275">
              <a:extLst>
                <a:ext uri="{FF2B5EF4-FFF2-40B4-BE49-F238E27FC236}">
                  <a16:creationId xmlns:a16="http://schemas.microsoft.com/office/drawing/2014/main" id="{254D6D85-31A3-DA1C-692B-0F6DE7D5ECC6}"/>
                </a:ext>
              </a:extLst>
            </p:cNvPr>
            <p:cNvSpPr/>
            <p:nvPr/>
          </p:nvSpPr>
          <p:spPr>
            <a:xfrm>
              <a:off x="182880" y="857150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7" name="Oval 276">
              <a:extLst>
                <a:ext uri="{FF2B5EF4-FFF2-40B4-BE49-F238E27FC236}">
                  <a16:creationId xmlns:a16="http://schemas.microsoft.com/office/drawing/2014/main" id="{6E87159A-03B8-27B1-CCE6-F6C20E87F319}"/>
                </a:ext>
              </a:extLst>
            </p:cNvPr>
            <p:cNvSpPr/>
            <p:nvPr/>
          </p:nvSpPr>
          <p:spPr>
            <a:xfrm>
              <a:off x="182880" y="899093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8" name="Oval 277">
              <a:extLst>
                <a:ext uri="{FF2B5EF4-FFF2-40B4-BE49-F238E27FC236}">
                  <a16:creationId xmlns:a16="http://schemas.microsoft.com/office/drawing/2014/main" id="{92245A61-E718-AE39-C4CE-E96B4CF7956D}"/>
                </a:ext>
              </a:extLst>
            </p:cNvPr>
            <p:cNvSpPr/>
            <p:nvPr/>
          </p:nvSpPr>
          <p:spPr>
            <a:xfrm>
              <a:off x="182880" y="941036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79" name="Oval 278">
              <a:extLst>
                <a:ext uri="{FF2B5EF4-FFF2-40B4-BE49-F238E27FC236}">
                  <a16:creationId xmlns:a16="http://schemas.microsoft.com/office/drawing/2014/main" id="{E11E8CB2-AF20-5C70-BEA7-55526C44A11E}"/>
                </a:ext>
              </a:extLst>
            </p:cNvPr>
            <p:cNvSpPr/>
            <p:nvPr/>
          </p:nvSpPr>
          <p:spPr>
            <a:xfrm>
              <a:off x="182880" y="982980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0" name="Oval 279">
              <a:extLst>
                <a:ext uri="{FF2B5EF4-FFF2-40B4-BE49-F238E27FC236}">
                  <a16:creationId xmlns:a16="http://schemas.microsoft.com/office/drawing/2014/main" id="{5C1A255C-3FA7-90CB-A803-C38B51B059EF}"/>
                </a:ext>
              </a:extLst>
            </p:cNvPr>
            <p:cNvSpPr/>
            <p:nvPr/>
          </p:nvSpPr>
          <p:spPr>
            <a:xfrm>
              <a:off x="594360" y="982980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1" name="Oval 280">
              <a:extLst>
                <a:ext uri="{FF2B5EF4-FFF2-40B4-BE49-F238E27FC236}">
                  <a16:creationId xmlns:a16="http://schemas.microsoft.com/office/drawing/2014/main" id="{60A36275-12FF-D477-0485-D144EBAA47FC}"/>
                </a:ext>
              </a:extLst>
            </p:cNvPr>
            <p:cNvSpPr/>
            <p:nvPr/>
          </p:nvSpPr>
          <p:spPr>
            <a:xfrm>
              <a:off x="1005840" y="18288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2" name="Oval 281">
              <a:extLst>
                <a:ext uri="{FF2B5EF4-FFF2-40B4-BE49-F238E27FC236}">
                  <a16:creationId xmlns:a16="http://schemas.microsoft.com/office/drawing/2014/main" id="{442A6B45-B2E5-DD8E-31DB-BF6997D75DA7}"/>
                </a:ext>
              </a:extLst>
            </p:cNvPr>
            <p:cNvSpPr/>
            <p:nvPr/>
          </p:nvSpPr>
          <p:spPr>
            <a:xfrm>
              <a:off x="1005840" y="60231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3" name="Oval 282">
              <a:extLst>
                <a:ext uri="{FF2B5EF4-FFF2-40B4-BE49-F238E27FC236}">
                  <a16:creationId xmlns:a16="http://schemas.microsoft.com/office/drawing/2014/main" id="{0675FFE9-A353-59D2-1DD7-3A60CD28F0F4}"/>
                </a:ext>
              </a:extLst>
            </p:cNvPr>
            <p:cNvSpPr/>
            <p:nvPr/>
          </p:nvSpPr>
          <p:spPr>
            <a:xfrm>
              <a:off x="1005840" y="102174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4" name="Oval 283">
              <a:extLst>
                <a:ext uri="{FF2B5EF4-FFF2-40B4-BE49-F238E27FC236}">
                  <a16:creationId xmlns:a16="http://schemas.microsoft.com/office/drawing/2014/main" id="{B47FED5E-65C5-13A9-6563-E5FD697290B1}"/>
                </a:ext>
              </a:extLst>
            </p:cNvPr>
            <p:cNvSpPr/>
            <p:nvPr/>
          </p:nvSpPr>
          <p:spPr>
            <a:xfrm>
              <a:off x="1005840" y="1441173"/>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5" name="Oval 284">
              <a:extLst>
                <a:ext uri="{FF2B5EF4-FFF2-40B4-BE49-F238E27FC236}">
                  <a16:creationId xmlns:a16="http://schemas.microsoft.com/office/drawing/2014/main" id="{07021BF5-253A-A951-6898-04E1B48E83CC}"/>
                </a:ext>
              </a:extLst>
            </p:cNvPr>
            <p:cNvSpPr/>
            <p:nvPr/>
          </p:nvSpPr>
          <p:spPr>
            <a:xfrm>
              <a:off x="1005840" y="1860604"/>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6" name="Oval 285">
              <a:extLst>
                <a:ext uri="{FF2B5EF4-FFF2-40B4-BE49-F238E27FC236}">
                  <a16:creationId xmlns:a16="http://schemas.microsoft.com/office/drawing/2014/main" id="{6E57117D-A07B-5129-8B04-155679983F01}"/>
                </a:ext>
              </a:extLst>
            </p:cNvPr>
            <p:cNvSpPr/>
            <p:nvPr/>
          </p:nvSpPr>
          <p:spPr>
            <a:xfrm>
              <a:off x="1005840" y="2280035"/>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7" name="Oval 286">
              <a:extLst>
                <a:ext uri="{FF2B5EF4-FFF2-40B4-BE49-F238E27FC236}">
                  <a16:creationId xmlns:a16="http://schemas.microsoft.com/office/drawing/2014/main" id="{E01ADD3B-99B4-423C-4577-7250942C5AE6}"/>
                </a:ext>
              </a:extLst>
            </p:cNvPr>
            <p:cNvSpPr/>
            <p:nvPr/>
          </p:nvSpPr>
          <p:spPr>
            <a:xfrm>
              <a:off x="1005840" y="2699466"/>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8" name="Oval 287">
              <a:extLst>
                <a:ext uri="{FF2B5EF4-FFF2-40B4-BE49-F238E27FC236}">
                  <a16:creationId xmlns:a16="http://schemas.microsoft.com/office/drawing/2014/main" id="{7D5D3931-FB29-B820-737C-AC878BA60AB2}"/>
                </a:ext>
              </a:extLst>
            </p:cNvPr>
            <p:cNvSpPr/>
            <p:nvPr/>
          </p:nvSpPr>
          <p:spPr>
            <a:xfrm>
              <a:off x="1005840" y="3118897"/>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89" name="Oval 288">
              <a:extLst>
                <a:ext uri="{FF2B5EF4-FFF2-40B4-BE49-F238E27FC236}">
                  <a16:creationId xmlns:a16="http://schemas.microsoft.com/office/drawing/2014/main" id="{F07197C4-FE1D-8D8B-7B56-4071D72ACD1A}"/>
                </a:ext>
              </a:extLst>
            </p:cNvPr>
            <p:cNvSpPr/>
            <p:nvPr/>
          </p:nvSpPr>
          <p:spPr>
            <a:xfrm>
              <a:off x="1005840" y="3538328"/>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0" name="Oval 289">
              <a:extLst>
                <a:ext uri="{FF2B5EF4-FFF2-40B4-BE49-F238E27FC236}">
                  <a16:creationId xmlns:a16="http://schemas.microsoft.com/office/drawing/2014/main" id="{43DDA15C-016F-C4F8-913A-78BC0BF347DE}"/>
                </a:ext>
              </a:extLst>
            </p:cNvPr>
            <p:cNvSpPr/>
            <p:nvPr/>
          </p:nvSpPr>
          <p:spPr>
            <a:xfrm>
              <a:off x="1005840" y="3957759"/>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1" name="Oval 290">
              <a:extLst>
                <a:ext uri="{FF2B5EF4-FFF2-40B4-BE49-F238E27FC236}">
                  <a16:creationId xmlns:a16="http://schemas.microsoft.com/office/drawing/2014/main" id="{24A7F489-B71E-DF32-664A-A12CAB54E743}"/>
                </a:ext>
              </a:extLst>
            </p:cNvPr>
            <p:cNvSpPr/>
            <p:nvPr/>
          </p:nvSpPr>
          <p:spPr>
            <a:xfrm>
              <a:off x="1005840" y="437719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2" name="Oval 291">
              <a:extLst>
                <a:ext uri="{FF2B5EF4-FFF2-40B4-BE49-F238E27FC236}">
                  <a16:creationId xmlns:a16="http://schemas.microsoft.com/office/drawing/2014/main" id="{1F78EF5B-0C7B-4C6F-BF69-C90675E1BFB0}"/>
                </a:ext>
              </a:extLst>
            </p:cNvPr>
            <p:cNvSpPr/>
            <p:nvPr/>
          </p:nvSpPr>
          <p:spPr>
            <a:xfrm>
              <a:off x="1005840" y="479662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3" name="Oval 292">
              <a:extLst>
                <a:ext uri="{FF2B5EF4-FFF2-40B4-BE49-F238E27FC236}">
                  <a16:creationId xmlns:a16="http://schemas.microsoft.com/office/drawing/2014/main" id="{1B26443C-A1D3-2AFE-3A77-B57267606EFE}"/>
                </a:ext>
              </a:extLst>
            </p:cNvPr>
            <p:cNvSpPr/>
            <p:nvPr/>
          </p:nvSpPr>
          <p:spPr>
            <a:xfrm>
              <a:off x="1005840" y="521605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4" name="Oval 293">
              <a:extLst>
                <a:ext uri="{FF2B5EF4-FFF2-40B4-BE49-F238E27FC236}">
                  <a16:creationId xmlns:a16="http://schemas.microsoft.com/office/drawing/2014/main" id="{0F9F2A2E-886B-AA62-2697-1F136DC29D1B}"/>
                </a:ext>
              </a:extLst>
            </p:cNvPr>
            <p:cNvSpPr/>
            <p:nvPr/>
          </p:nvSpPr>
          <p:spPr>
            <a:xfrm>
              <a:off x="1005840" y="5635483"/>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5" name="Oval 294">
              <a:extLst>
                <a:ext uri="{FF2B5EF4-FFF2-40B4-BE49-F238E27FC236}">
                  <a16:creationId xmlns:a16="http://schemas.microsoft.com/office/drawing/2014/main" id="{F9B80E97-C171-3F20-D72E-3240D439C7E6}"/>
                </a:ext>
              </a:extLst>
            </p:cNvPr>
            <p:cNvSpPr/>
            <p:nvPr/>
          </p:nvSpPr>
          <p:spPr>
            <a:xfrm>
              <a:off x="1005840" y="6054914"/>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6" name="Oval 295">
              <a:extLst>
                <a:ext uri="{FF2B5EF4-FFF2-40B4-BE49-F238E27FC236}">
                  <a16:creationId xmlns:a16="http://schemas.microsoft.com/office/drawing/2014/main" id="{CF6D8724-9C77-3475-3647-A3C1B37AA30B}"/>
                </a:ext>
              </a:extLst>
            </p:cNvPr>
            <p:cNvSpPr/>
            <p:nvPr/>
          </p:nvSpPr>
          <p:spPr>
            <a:xfrm>
              <a:off x="1005840" y="6474345"/>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7" name="Oval 296">
              <a:extLst>
                <a:ext uri="{FF2B5EF4-FFF2-40B4-BE49-F238E27FC236}">
                  <a16:creationId xmlns:a16="http://schemas.microsoft.com/office/drawing/2014/main" id="{34A24C92-76D8-6238-003B-517D632E985D}"/>
                </a:ext>
              </a:extLst>
            </p:cNvPr>
            <p:cNvSpPr/>
            <p:nvPr/>
          </p:nvSpPr>
          <p:spPr>
            <a:xfrm>
              <a:off x="1005840" y="6893776"/>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8" name="Oval 297">
              <a:extLst>
                <a:ext uri="{FF2B5EF4-FFF2-40B4-BE49-F238E27FC236}">
                  <a16:creationId xmlns:a16="http://schemas.microsoft.com/office/drawing/2014/main" id="{0AB9BE6B-54AF-6C7C-600F-5D93D2919754}"/>
                </a:ext>
              </a:extLst>
            </p:cNvPr>
            <p:cNvSpPr/>
            <p:nvPr/>
          </p:nvSpPr>
          <p:spPr>
            <a:xfrm>
              <a:off x="1005840" y="7313207"/>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99" name="Oval 298">
              <a:extLst>
                <a:ext uri="{FF2B5EF4-FFF2-40B4-BE49-F238E27FC236}">
                  <a16:creationId xmlns:a16="http://schemas.microsoft.com/office/drawing/2014/main" id="{4FE1026F-B935-DFAB-D708-37E71FB1ECC3}"/>
                </a:ext>
              </a:extLst>
            </p:cNvPr>
            <p:cNvSpPr/>
            <p:nvPr/>
          </p:nvSpPr>
          <p:spPr>
            <a:xfrm>
              <a:off x="1005840" y="7732638"/>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00" name="Oval 299">
              <a:extLst>
                <a:ext uri="{FF2B5EF4-FFF2-40B4-BE49-F238E27FC236}">
                  <a16:creationId xmlns:a16="http://schemas.microsoft.com/office/drawing/2014/main" id="{B0BF73A4-A66B-7FAA-8967-9026D84108EE}"/>
                </a:ext>
              </a:extLst>
            </p:cNvPr>
            <p:cNvSpPr/>
            <p:nvPr/>
          </p:nvSpPr>
          <p:spPr>
            <a:xfrm>
              <a:off x="1005840" y="8152069"/>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01" name="Oval 300">
              <a:extLst>
                <a:ext uri="{FF2B5EF4-FFF2-40B4-BE49-F238E27FC236}">
                  <a16:creationId xmlns:a16="http://schemas.microsoft.com/office/drawing/2014/main" id="{CA12D902-262B-54AE-10B1-F836925C1DF5}"/>
                </a:ext>
              </a:extLst>
            </p:cNvPr>
            <p:cNvSpPr/>
            <p:nvPr/>
          </p:nvSpPr>
          <p:spPr>
            <a:xfrm>
              <a:off x="1005840" y="857150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02" name="Oval 301">
              <a:extLst>
                <a:ext uri="{FF2B5EF4-FFF2-40B4-BE49-F238E27FC236}">
                  <a16:creationId xmlns:a16="http://schemas.microsoft.com/office/drawing/2014/main" id="{E6AB5C7D-F19F-0698-33FE-23C0661F6C79}"/>
                </a:ext>
              </a:extLst>
            </p:cNvPr>
            <p:cNvSpPr/>
            <p:nvPr/>
          </p:nvSpPr>
          <p:spPr>
            <a:xfrm>
              <a:off x="1005840" y="8990931"/>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03" name="Oval 302">
              <a:extLst>
                <a:ext uri="{FF2B5EF4-FFF2-40B4-BE49-F238E27FC236}">
                  <a16:creationId xmlns:a16="http://schemas.microsoft.com/office/drawing/2014/main" id="{71029C1D-8242-66C7-4543-183ED3A672A1}"/>
                </a:ext>
              </a:extLst>
            </p:cNvPr>
            <p:cNvSpPr/>
            <p:nvPr/>
          </p:nvSpPr>
          <p:spPr>
            <a:xfrm>
              <a:off x="1005840" y="9410362"/>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04" name="Oval 303">
              <a:extLst>
                <a:ext uri="{FF2B5EF4-FFF2-40B4-BE49-F238E27FC236}">
                  <a16:creationId xmlns:a16="http://schemas.microsoft.com/office/drawing/2014/main" id="{AEA51491-A74D-46E2-34D2-8A668EB719A3}"/>
                </a:ext>
              </a:extLst>
            </p:cNvPr>
            <p:cNvSpPr/>
            <p:nvPr/>
          </p:nvSpPr>
          <p:spPr>
            <a:xfrm>
              <a:off x="1005840" y="982980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05" name="Oval 304">
              <a:extLst>
                <a:ext uri="{FF2B5EF4-FFF2-40B4-BE49-F238E27FC236}">
                  <a16:creationId xmlns:a16="http://schemas.microsoft.com/office/drawing/2014/main" id="{FFF3D683-D21E-0679-89AF-32974910FC84}"/>
                </a:ext>
              </a:extLst>
            </p:cNvPr>
            <p:cNvSpPr/>
            <p:nvPr/>
          </p:nvSpPr>
          <p:spPr>
            <a:xfrm>
              <a:off x="594360" y="182880"/>
              <a:ext cx="274320" cy="274320"/>
            </a:xfrm>
            <a:prstGeom prst="ellipse">
              <a:avLst/>
            </a:prstGeom>
            <a:solidFill>
              <a:schemeClr val="bg1">
                <a:alpha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cxnSp>
        <p:nvCxnSpPr>
          <p:cNvPr id="4" name="Straight Connector 3">
            <a:extLst>
              <a:ext uri="{FF2B5EF4-FFF2-40B4-BE49-F238E27FC236}">
                <a16:creationId xmlns:a16="http://schemas.microsoft.com/office/drawing/2014/main" id="{13189ACF-EDED-3938-E55B-1F88364AD7D6}"/>
              </a:ext>
            </a:extLst>
          </p:cNvPr>
          <p:cNvCxnSpPr>
            <a:cxnSpLocks/>
          </p:cNvCxnSpPr>
          <p:nvPr userDrawn="1"/>
        </p:nvCxnSpPr>
        <p:spPr>
          <a:xfrm flipH="1" flipV="1">
            <a:off x="1062990" y="578859"/>
            <a:ext cx="342900" cy="1187"/>
          </a:xfrm>
          <a:prstGeom prst="line">
            <a:avLst/>
          </a:prstGeom>
          <a:ln w="38100" cap="sq">
            <a:solidFill>
              <a:schemeClr val="accent1"/>
            </a:solidFill>
            <a:prstDash val="solid"/>
            <a:bevel/>
            <a:headEnd type="none"/>
            <a:tailEnd type="non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FB3DE4FC-D053-89BE-E82D-180423272BF7}"/>
              </a:ext>
            </a:extLst>
          </p:cNvPr>
          <p:cNvSpPr/>
          <p:nvPr userDrawn="1"/>
        </p:nvSpPr>
        <p:spPr>
          <a:xfrm rot="20094663">
            <a:off x="8324988" y="4658212"/>
            <a:ext cx="1455146" cy="1125113"/>
          </a:xfrm>
          <a:prstGeom prst="ellipse">
            <a:avLst/>
          </a:prstGeom>
          <a:solidFill>
            <a:schemeClr val="bg1">
              <a:alpha val="1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algn="ctr"/>
            <a:endParaRPr lang="en-US" sz="1400">
              <a:solidFill>
                <a:schemeClr val="tx1"/>
              </a:solidFill>
            </a:endParaRPr>
          </a:p>
        </p:txBody>
      </p:sp>
      <p:pic>
        <p:nvPicPr>
          <p:cNvPr id="20" name="Picture 19">
            <a:extLst>
              <a:ext uri="{FF2B5EF4-FFF2-40B4-BE49-F238E27FC236}">
                <a16:creationId xmlns:a16="http://schemas.microsoft.com/office/drawing/2014/main" id="{B147DA78-7A94-5F2C-E2A4-36A8F8751D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49535" y="474167"/>
            <a:ext cx="1003166" cy="157790"/>
          </a:xfrm>
          <a:prstGeom prst="rect">
            <a:avLst/>
          </a:prstGeom>
        </p:spPr>
      </p:pic>
    </p:spTree>
    <p:extLst>
      <p:ext uri="{BB962C8B-B14F-4D97-AF65-F5344CB8AC3E}">
        <p14:creationId xmlns:p14="http://schemas.microsoft.com/office/powerpoint/2010/main" val="621977412"/>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14:presetBounceEnd="73333">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73333">
                                          <p:cBhvr additive="base">
                                            <p:cTn id="7" dur="1500" fill="hold"/>
                                            <p:tgtEl>
                                              <p:spTgt spid="2"/>
                                            </p:tgtEl>
                                            <p:attrNameLst>
                                              <p:attrName>ppt_x</p:attrName>
                                            </p:attrNameLst>
                                          </p:cBhvr>
                                          <p:tavLst>
                                            <p:tav tm="0">
                                              <p:val>
                                                <p:strVal val="0-#ppt_w/2"/>
                                              </p:val>
                                            </p:tav>
                                            <p:tav tm="100000">
                                              <p:val>
                                                <p:strVal val="#ppt_x"/>
                                              </p:val>
                                            </p:tav>
                                          </p:tavLst>
                                        </p:anim>
                                        <p:anim calcmode="lin" valueType="num" p14:bounceEnd="73333">
                                          <p:cBhvr additive="base">
                                            <p:cTn id="8" dur="1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73333">
                                      <p:stCondLst>
                                        <p:cond delay="100"/>
                                      </p:stCondLst>
                                      <p:childTnLst>
                                        <p:set>
                                          <p:cBhvr>
                                            <p:cTn id="10" dur="1" fill="hold">
                                              <p:stCondLst>
                                                <p:cond delay="0"/>
                                              </p:stCondLst>
                                            </p:cTn>
                                            <p:tgtEl>
                                              <p:spTgt spid="90"/>
                                            </p:tgtEl>
                                            <p:attrNameLst>
                                              <p:attrName>style.visibility</p:attrName>
                                            </p:attrNameLst>
                                          </p:cBhvr>
                                          <p:to>
                                            <p:strVal val="visible"/>
                                          </p:to>
                                        </p:set>
                                        <p:anim calcmode="lin" valueType="num" p14:bounceEnd="73333">
                                          <p:cBhvr additive="base">
                                            <p:cTn id="11" dur="1500" fill="hold"/>
                                            <p:tgtEl>
                                              <p:spTgt spid="90"/>
                                            </p:tgtEl>
                                            <p:attrNameLst>
                                              <p:attrName>ppt_x</p:attrName>
                                            </p:attrNameLst>
                                          </p:cBhvr>
                                          <p:tavLst>
                                            <p:tav tm="0">
                                              <p:val>
                                                <p:strVal val="1+#ppt_w/2"/>
                                              </p:val>
                                            </p:tav>
                                            <p:tav tm="100000">
                                              <p:val>
                                                <p:strVal val="#ppt_x"/>
                                              </p:val>
                                            </p:tav>
                                          </p:tavLst>
                                        </p:anim>
                                        <p:anim calcmode="lin" valueType="num" p14:bounceEnd="73333">
                                          <p:cBhvr additive="base">
                                            <p:cTn id="12" dur="1500" fill="hold"/>
                                            <p:tgtEl>
                                              <p:spTgt spid="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0-#ppt_w/2"/>
                                              </p:val>
                                            </p:tav>
                                            <p:tav tm="100000">
                                              <p:val>
                                                <p:strVal val="#ppt_x"/>
                                              </p:val>
                                            </p:tav>
                                          </p:tavLst>
                                        </p:anim>
                                        <p:anim calcmode="lin" valueType="num">
                                          <p:cBhvr additive="base">
                                            <p:cTn id="8" dur="1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100"/>
                                      </p:stCondLst>
                                      <p:childTnLst>
                                        <p:set>
                                          <p:cBhvr>
                                            <p:cTn id="10" dur="1" fill="hold">
                                              <p:stCondLst>
                                                <p:cond delay="0"/>
                                              </p:stCondLst>
                                            </p:cTn>
                                            <p:tgtEl>
                                              <p:spTgt spid="90"/>
                                            </p:tgtEl>
                                            <p:attrNameLst>
                                              <p:attrName>style.visibility</p:attrName>
                                            </p:attrNameLst>
                                          </p:cBhvr>
                                          <p:to>
                                            <p:strVal val="visible"/>
                                          </p:to>
                                        </p:set>
                                        <p:anim calcmode="lin" valueType="num">
                                          <p:cBhvr additive="base">
                                            <p:cTn id="11" dur="1500" fill="hold"/>
                                            <p:tgtEl>
                                              <p:spTgt spid="90"/>
                                            </p:tgtEl>
                                            <p:attrNameLst>
                                              <p:attrName>ppt_x</p:attrName>
                                            </p:attrNameLst>
                                          </p:cBhvr>
                                          <p:tavLst>
                                            <p:tav tm="0">
                                              <p:val>
                                                <p:strVal val="1+#ppt_w/2"/>
                                              </p:val>
                                            </p:tav>
                                            <p:tav tm="100000">
                                              <p:val>
                                                <p:strVal val="#ppt_x"/>
                                              </p:val>
                                            </p:tav>
                                          </p:tavLst>
                                        </p:anim>
                                        <p:anim calcmode="lin" valueType="num">
                                          <p:cBhvr additive="base">
                                            <p:cTn id="12" dur="1500" fill="hold"/>
                                            <p:tgtEl>
                                              <p:spTgt spid="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2" grpId="0"/>
        </p:bldLst>
      </p:timing>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Full Blank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C5F944-7A49-4F13-8C17-55DFB7BD235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95746" y="4668551"/>
            <a:ext cx="1467801" cy="230786"/>
          </a:xfrm>
          <a:prstGeom prst="rect">
            <a:avLst/>
          </a:prstGeom>
        </p:spPr>
      </p:pic>
      <p:pic>
        <p:nvPicPr>
          <p:cNvPr id="2" name="Picture 1">
            <a:extLst>
              <a:ext uri="{FF2B5EF4-FFF2-40B4-BE49-F238E27FC236}">
                <a16:creationId xmlns:a16="http://schemas.microsoft.com/office/drawing/2014/main" id="{1AC9601B-4703-6A59-5EC3-C4BF8FDF345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95746" y="4668551"/>
            <a:ext cx="1467801" cy="230786"/>
          </a:xfrm>
          <a:prstGeom prst="rect">
            <a:avLst/>
          </a:prstGeom>
        </p:spPr>
      </p:pic>
    </p:spTree>
    <p:extLst>
      <p:ext uri="{BB962C8B-B14F-4D97-AF65-F5344CB8AC3E}">
        <p14:creationId xmlns:p14="http://schemas.microsoft.com/office/powerpoint/2010/main" val="2591224629"/>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image" Target="../media/image1.png"/><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slideLayout" Target="../slideLayouts/slideLayout93.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descr="A black and white logo&#10;&#10;Description automatically generated">
            <a:extLst>
              <a:ext uri="{FF2B5EF4-FFF2-40B4-BE49-F238E27FC236}">
                <a16:creationId xmlns:a16="http://schemas.microsoft.com/office/drawing/2014/main" id="{77E59730-53B3-7762-B96E-D15D7FADA3BC}"/>
              </a:ext>
            </a:extLst>
          </p:cNvPr>
          <p:cNvPicPr>
            <a:picLocks noChangeAspect="1"/>
          </p:cNvPicPr>
          <p:nvPr userDrawn="1"/>
        </p:nvPicPr>
        <p:blipFill>
          <a:blip r:embed="rId95"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grpSp>
        <p:nvGrpSpPr>
          <p:cNvPr id="106" name="Group 105">
            <a:extLst>
              <a:ext uri="{FF2B5EF4-FFF2-40B4-BE49-F238E27FC236}">
                <a16:creationId xmlns:a16="http://schemas.microsoft.com/office/drawing/2014/main" id="{83B0D11E-4FF3-26A8-BAD1-29AF02D3BA72}"/>
              </a:ext>
            </a:extLst>
          </p:cNvPr>
          <p:cNvGrpSpPr/>
          <p:nvPr userDrawn="1"/>
        </p:nvGrpSpPr>
        <p:grpSpPr>
          <a:xfrm>
            <a:off x="9297976" y="0"/>
            <a:ext cx="3504134" cy="5111807"/>
            <a:chOff x="12397300" y="-1"/>
            <a:chExt cx="4672179" cy="6815743"/>
          </a:xfrm>
        </p:grpSpPr>
        <p:sp>
          <p:nvSpPr>
            <p:cNvPr id="107" name="Rectangle: Rounded Corners 106">
              <a:extLst>
                <a:ext uri="{FF2B5EF4-FFF2-40B4-BE49-F238E27FC236}">
                  <a16:creationId xmlns:a16="http://schemas.microsoft.com/office/drawing/2014/main" id="{B4AD8960-BF5E-954E-453B-95FC83DB2B50}"/>
                </a:ext>
              </a:extLst>
            </p:cNvPr>
            <p:cNvSpPr/>
            <p:nvPr userDrawn="1"/>
          </p:nvSpPr>
          <p:spPr>
            <a:xfrm>
              <a:off x="12397300" y="-1"/>
              <a:ext cx="4672179" cy="6815743"/>
            </a:xfrm>
            <a:prstGeom prst="roundRect">
              <a:avLst>
                <a:gd name="adj" fmla="val 8251"/>
              </a:avLst>
            </a:prstGeom>
            <a:solidFill>
              <a:srgbClr val="BFBFBF">
                <a:lumMod val="40000"/>
                <a:lumOff val="60000"/>
              </a:srgbClr>
            </a:solidFill>
            <a:ln w="12700" cap="flat" cmpd="sng" algn="ctr">
              <a:solidFill>
                <a:srgbClr val="A595C9">
                  <a:shade val="1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Segoe UI"/>
                <a:ea typeface="+mn-ea"/>
                <a:cs typeface="+mn-cs"/>
              </a:endParaRPr>
            </a:p>
          </p:txBody>
        </p:sp>
        <p:sp>
          <p:nvSpPr>
            <p:cNvPr id="108" name="Rectangle 107">
              <a:extLst>
                <a:ext uri="{FF2B5EF4-FFF2-40B4-BE49-F238E27FC236}">
                  <a16:creationId xmlns:a16="http://schemas.microsoft.com/office/drawing/2014/main" id="{667AE350-F68E-543A-C070-25DC78AD7598}"/>
                </a:ext>
              </a:extLst>
            </p:cNvPr>
            <p:cNvSpPr/>
            <p:nvPr/>
          </p:nvSpPr>
          <p:spPr>
            <a:xfrm>
              <a:off x="12546265" y="1140887"/>
              <a:ext cx="1936495" cy="589280"/>
            </a:xfrm>
            <a:prstGeom prst="rect">
              <a:avLst/>
            </a:prstGeom>
            <a:solidFill>
              <a:srgbClr val="6B52A2"/>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09" name="Rectangle 108">
              <a:extLst>
                <a:ext uri="{FF2B5EF4-FFF2-40B4-BE49-F238E27FC236}">
                  <a16:creationId xmlns:a16="http://schemas.microsoft.com/office/drawing/2014/main" id="{C51ED683-1ACC-C759-9542-87E521DAF37B}"/>
                </a:ext>
              </a:extLst>
            </p:cNvPr>
            <p:cNvSpPr/>
            <p:nvPr/>
          </p:nvSpPr>
          <p:spPr>
            <a:xfrm>
              <a:off x="12546265" y="1730167"/>
              <a:ext cx="1936495" cy="589280"/>
            </a:xfrm>
            <a:prstGeom prst="rect">
              <a:avLst/>
            </a:prstGeom>
            <a:solidFill>
              <a:srgbClr val="37C5F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tx1"/>
                  </a:solidFill>
                  <a:effectLst/>
                  <a:uLnTx/>
                  <a:uFillTx/>
                  <a:latin typeface="Segoe UI"/>
                  <a:ea typeface="+mn-ea"/>
                  <a:cs typeface="+mn-cs"/>
                </a:rPr>
                <a:t>Turquoise</a:t>
              </a:r>
            </a:p>
          </p:txBody>
        </p:sp>
        <p:sp>
          <p:nvSpPr>
            <p:cNvPr id="110" name="Rectangle 109">
              <a:extLst>
                <a:ext uri="{FF2B5EF4-FFF2-40B4-BE49-F238E27FC236}">
                  <a16:creationId xmlns:a16="http://schemas.microsoft.com/office/drawing/2014/main" id="{85E62B30-D794-507D-16BE-D865AA18CA62}"/>
                </a:ext>
              </a:extLst>
            </p:cNvPr>
            <p:cNvSpPr/>
            <p:nvPr/>
          </p:nvSpPr>
          <p:spPr>
            <a:xfrm>
              <a:off x="12546265" y="552478"/>
              <a:ext cx="1936495" cy="589280"/>
            </a:xfrm>
            <a:prstGeom prst="rect">
              <a:avLst/>
            </a:prstGeom>
            <a:solidFill>
              <a:srgbClr val="4759A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11" name="Rectangle 110">
              <a:extLst>
                <a:ext uri="{FF2B5EF4-FFF2-40B4-BE49-F238E27FC236}">
                  <a16:creationId xmlns:a16="http://schemas.microsoft.com/office/drawing/2014/main" id="{794E469D-57A4-2976-4117-AA9554BB5DE4}"/>
                </a:ext>
              </a:extLst>
            </p:cNvPr>
            <p:cNvSpPr/>
            <p:nvPr/>
          </p:nvSpPr>
          <p:spPr>
            <a:xfrm>
              <a:off x="12546265" y="2312735"/>
              <a:ext cx="1936495" cy="589280"/>
            </a:xfrm>
            <a:prstGeom prst="rect">
              <a:avLst/>
            </a:prstGeom>
            <a:solidFill>
              <a:srgbClr val="EE376C"/>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Brand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2" name="Rectangle 111">
              <a:extLst>
                <a:ext uri="{FF2B5EF4-FFF2-40B4-BE49-F238E27FC236}">
                  <a16:creationId xmlns:a16="http://schemas.microsoft.com/office/drawing/2014/main" id="{C3A570C5-6D4A-2D14-B7C8-53235CD044B6}"/>
                </a:ext>
              </a:extLst>
            </p:cNvPr>
            <p:cNvSpPr/>
            <p:nvPr/>
          </p:nvSpPr>
          <p:spPr>
            <a:xfrm>
              <a:off x="13877320" y="1141503"/>
              <a:ext cx="2265680" cy="589280"/>
            </a:xfrm>
            <a:prstGeom prst="rect">
              <a:avLst/>
            </a:prstGeom>
            <a:solidFill>
              <a:srgbClr val="6B52A2">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Purple</a:t>
              </a:r>
            </a:p>
          </p:txBody>
        </p:sp>
        <p:sp>
          <p:nvSpPr>
            <p:cNvPr id="113" name="Rectangle 112">
              <a:extLst>
                <a:ext uri="{FF2B5EF4-FFF2-40B4-BE49-F238E27FC236}">
                  <a16:creationId xmlns:a16="http://schemas.microsoft.com/office/drawing/2014/main" id="{7A98E451-C663-26A3-3B81-1C2B7AFFB85B}"/>
                </a:ext>
              </a:extLst>
            </p:cNvPr>
            <p:cNvSpPr/>
            <p:nvPr/>
          </p:nvSpPr>
          <p:spPr>
            <a:xfrm>
              <a:off x="13877320" y="1730783"/>
              <a:ext cx="2265680" cy="589280"/>
            </a:xfrm>
            <a:prstGeom prst="rect">
              <a:avLst/>
            </a:prstGeom>
            <a:solidFill>
              <a:srgbClr val="10A1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Turquoise</a:t>
              </a:r>
            </a:p>
          </p:txBody>
        </p:sp>
        <p:sp>
          <p:nvSpPr>
            <p:cNvPr id="114" name="Rectangle 113">
              <a:extLst>
                <a:ext uri="{FF2B5EF4-FFF2-40B4-BE49-F238E27FC236}">
                  <a16:creationId xmlns:a16="http://schemas.microsoft.com/office/drawing/2014/main" id="{BACE01A9-1A5B-FDB7-8932-4D04F183E87D}"/>
                </a:ext>
              </a:extLst>
            </p:cNvPr>
            <p:cNvSpPr/>
            <p:nvPr/>
          </p:nvSpPr>
          <p:spPr>
            <a:xfrm>
              <a:off x="13877320" y="553094"/>
              <a:ext cx="2265680" cy="589280"/>
            </a:xfrm>
            <a:prstGeom prst="rect">
              <a:avLst/>
            </a:prstGeom>
            <a:solidFill>
              <a:srgbClr val="4759A7">
                <a:lumMod val="75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Blue</a:t>
              </a:r>
            </a:p>
          </p:txBody>
        </p:sp>
        <p:sp>
          <p:nvSpPr>
            <p:cNvPr id="115" name="Rectangle 114">
              <a:extLst>
                <a:ext uri="{FF2B5EF4-FFF2-40B4-BE49-F238E27FC236}">
                  <a16:creationId xmlns:a16="http://schemas.microsoft.com/office/drawing/2014/main" id="{A1F143B6-42C5-2727-068F-3F6CA8F1B9C6}"/>
                </a:ext>
              </a:extLst>
            </p:cNvPr>
            <p:cNvSpPr/>
            <p:nvPr/>
          </p:nvSpPr>
          <p:spPr>
            <a:xfrm>
              <a:off x="13877320" y="2313351"/>
              <a:ext cx="2265680" cy="589280"/>
            </a:xfrm>
            <a:prstGeom prst="rect">
              <a:avLst/>
            </a:prstGeom>
            <a:solidFill>
              <a:srgbClr val="B90F40"/>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Dark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Segoe UI"/>
                  <a:ea typeface="+mn-ea"/>
                  <a:cs typeface="+mn-cs"/>
                </a:rPr>
                <a:t>Magenta</a:t>
              </a:r>
            </a:p>
          </p:txBody>
        </p:sp>
        <p:sp>
          <p:nvSpPr>
            <p:cNvPr id="116" name="Rectangle 115">
              <a:extLst>
                <a:ext uri="{FF2B5EF4-FFF2-40B4-BE49-F238E27FC236}">
                  <a16:creationId xmlns:a16="http://schemas.microsoft.com/office/drawing/2014/main" id="{1B843E90-F355-B8AF-4326-315895D4C1C7}"/>
                </a:ext>
              </a:extLst>
            </p:cNvPr>
            <p:cNvSpPr/>
            <p:nvPr/>
          </p:nvSpPr>
          <p:spPr>
            <a:xfrm>
              <a:off x="15051150" y="1143864"/>
              <a:ext cx="1091657" cy="589280"/>
            </a:xfrm>
            <a:prstGeom prst="rect">
              <a:avLst/>
            </a:prstGeom>
            <a:solidFill>
              <a:srgbClr val="A595C9"/>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Purple</a:t>
              </a:r>
            </a:p>
          </p:txBody>
        </p:sp>
        <p:sp>
          <p:nvSpPr>
            <p:cNvPr id="117" name="Rectangle 116">
              <a:extLst>
                <a:ext uri="{FF2B5EF4-FFF2-40B4-BE49-F238E27FC236}">
                  <a16:creationId xmlns:a16="http://schemas.microsoft.com/office/drawing/2014/main" id="{86B13200-2CDD-C333-9D85-D4B1329E845F}"/>
                </a:ext>
              </a:extLst>
            </p:cNvPr>
            <p:cNvSpPr/>
            <p:nvPr/>
          </p:nvSpPr>
          <p:spPr>
            <a:xfrm>
              <a:off x="15051150" y="1733144"/>
              <a:ext cx="1091657" cy="589280"/>
            </a:xfrm>
            <a:prstGeom prst="rect">
              <a:avLst/>
            </a:prstGeom>
            <a:solidFill>
              <a:srgbClr val="9BE1F7"/>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Turquoise</a:t>
              </a:r>
            </a:p>
          </p:txBody>
        </p:sp>
        <p:sp>
          <p:nvSpPr>
            <p:cNvPr id="118" name="Rectangle 117">
              <a:extLst>
                <a:ext uri="{FF2B5EF4-FFF2-40B4-BE49-F238E27FC236}">
                  <a16:creationId xmlns:a16="http://schemas.microsoft.com/office/drawing/2014/main" id="{90C3F263-BE40-9457-1448-5C4F5CBE9657}"/>
                </a:ext>
              </a:extLst>
            </p:cNvPr>
            <p:cNvSpPr/>
            <p:nvPr/>
          </p:nvSpPr>
          <p:spPr>
            <a:xfrm>
              <a:off x="15051150" y="555455"/>
              <a:ext cx="1091657" cy="589280"/>
            </a:xfrm>
            <a:prstGeom prst="rect">
              <a:avLst/>
            </a:prstGeom>
            <a:solidFill>
              <a:srgbClr val="8C98CE"/>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Light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Blue</a:t>
              </a:r>
            </a:p>
          </p:txBody>
        </p:sp>
        <p:sp>
          <p:nvSpPr>
            <p:cNvPr id="119" name="Rectangle 118">
              <a:extLst>
                <a:ext uri="{FF2B5EF4-FFF2-40B4-BE49-F238E27FC236}">
                  <a16:creationId xmlns:a16="http://schemas.microsoft.com/office/drawing/2014/main" id="{467720A2-5DB0-940C-8040-167AB13038A4}"/>
                </a:ext>
              </a:extLst>
            </p:cNvPr>
            <p:cNvSpPr/>
            <p:nvPr/>
          </p:nvSpPr>
          <p:spPr>
            <a:xfrm>
              <a:off x="15051150" y="2315712"/>
              <a:ext cx="1091657" cy="589280"/>
            </a:xfrm>
            <a:prstGeom prst="rect">
              <a:avLst/>
            </a:prstGeom>
            <a:solidFill>
              <a:srgbClr val="C03BC4"/>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71C30"/>
                  </a:solidFill>
                  <a:effectLst/>
                  <a:uLnTx/>
                  <a:uFillTx/>
                  <a:latin typeface="Segoe UI"/>
                  <a:ea typeface="+mn-ea"/>
                  <a:cs typeface="+mn-cs"/>
                </a:rPr>
                <a:t>Northstar Magenta</a:t>
              </a:r>
            </a:p>
          </p:txBody>
        </p:sp>
        <p:sp>
          <p:nvSpPr>
            <p:cNvPr id="120" name="TextBox 119">
              <a:extLst>
                <a:ext uri="{FF2B5EF4-FFF2-40B4-BE49-F238E27FC236}">
                  <a16:creationId xmlns:a16="http://schemas.microsoft.com/office/drawing/2014/main" id="{9281EE4D-FD26-0437-32A8-0B9C159BF00F}"/>
                </a:ext>
              </a:extLst>
            </p:cNvPr>
            <p:cNvSpPr txBox="1"/>
            <p:nvPr/>
          </p:nvSpPr>
          <p:spPr>
            <a:xfrm>
              <a:off x="14014025" y="42258"/>
              <a:ext cx="1558547" cy="400109"/>
            </a:xfrm>
            <a:prstGeom prst="rect">
              <a:avLst/>
            </a:prstGeom>
            <a:noFill/>
          </p:spPr>
          <p:txBody>
            <a:bodyPr wrap="non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52D4E"/>
                  </a:solidFill>
                  <a:effectLst/>
                  <a:uLnTx/>
                  <a:uFillTx/>
                </a:rPr>
                <a:t>Color Palette</a:t>
              </a:r>
            </a:p>
          </p:txBody>
        </p:sp>
        <p:sp>
          <p:nvSpPr>
            <p:cNvPr id="121" name="TextBox 120">
              <a:extLst>
                <a:ext uri="{FF2B5EF4-FFF2-40B4-BE49-F238E27FC236}">
                  <a16:creationId xmlns:a16="http://schemas.microsoft.com/office/drawing/2014/main" id="{6BD4393B-6611-AFCE-10DF-50E3FD2F1C98}"/>
                </a:ext>
              </a:extLst>
            </p:cNvPr>
            <p:cNvSpPr txBox="1"/>
            <p:nvPr/>
          </p:nvSpPr>
          <p:spPr>
            <a:xfrm>
              <a:off x="12496704" y="4716709"/>
              <a:ext cx="3543300" cy="48013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endParaRPr kumimoji="0" lang="en-US" sz="2100" b="0" i="0" u="none" strike="noStrike" kern="0" cap="none" spc="0" normalizeH="0" baseline="0" noProof="0" dirty="0">
                <a:ln>
                  <a:noFill/>
                </a:ln>
                <a:gradFill>
                  <a:gsLst>
                    <a:gs pos="0">
                      <a:srgbClr val="A595C9"/>
                    </a:gs>
                    <a:gs pos="100000">
                      <a:srgbClr val="8C98CE"/>
                    </a:gs>
                  </a:gsLst>
                  <a:lin ang="10800000" scaled="1"/>
                </a:gradFill>
                <a:effectLst/>
                <a:uLnTx/>
                <a:uFillTx/>
                <a:latin typeface="Segoe UI" panose="020B0502040204020203" pitchFamily="34" charset="0"/>
                <a:cs typeface="Segoe UI" panose="020B0502040204020203" pitchFamily="34" charset="0"/>
              </a:endParaRPr>
            </a:p>
          </p:txBody>
        </p:sp>
        <p:sp>
          <p:nvSpPr>
            <p:cNvPr id="122" name="TextBox 121">
              <a:extLst>
                <a:ext uri="{FF2B5EF4-FFF2-40B4-BE49-F238E27FC236}">
                  <a16:creationId xmlns:a16="http://schemas.microsoft.com/office/drawing/2014/main" id="{BA6C3FDE-CE4B-61A8-0893-5914E6E387A8}"/>
                </a:ext>
              </a:extLst>
            </p:cNvPr>
            <p:cNvSpPr txBox="1"/>
            <p:nvPr/>
          </p:nvSpPr>
          <p:spPr>
            <a:xfrm>
              <a:off x="13091081" y="71013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#4759A7</a:t>
              </a:r>
            </a:p>
          </p:txBody>
        </p:sp>
        <p:sp>
          <p:nvSpPr>
            <p:cNvPr id="123" name="TextBox 122">
              <a:extLst>
                <a:ext uri="{FF2B5EF4-FFF2-40B4-BE49-F238E27FC236}">
                  <a16:creationId xmlns:a16="http://schemas.microsoft.com/office/drawing/2014/main" id="{5B7706EE-EA9E-DE92-4AE8-4B8C52E685BA}"/>
                </a:ext>
              </a:extLst>
            </p:cNvPr>
            <p:cNvSpPr txBox="1"/>
            <p:nvPr/>
          </p:nvSpPr>
          <p:spPr>
            <a:xfrm>
              <a:off x="13091081" y="1330058"/>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#6B52A2</a:t>
              </a:r>
            </a:p>
          </p:txBody>
        </p:sp>
        <p:sp>
          <p:nvSpPr>
            <p:cNvPr id="124" name="TextBox 123">
              <a:extLst>
                <a:ext uri="{FF2B5EF4-FFF2-40B4-BE49-F238E27FC236}">
                  <a16:creationId xmlns:a16="http://schemas.microsoft.com/office/drawing/2014/main" id="{268A6A84-CB7A-23F0-F133-D9FE396D6F6B}"/>
                </a:ext>
              </a:extLst>
            </p:cNvPr>
            <p:cNvSpPr txBox="1"/>
            <p:nvPr/>
          </p:nvSpPr>
          <p:spPr>
            <a:xfrm>
              <a:off x="13137105" y="1827481"/>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lumMod val="10000"/>
                    </a:schemeClr>
                  </a:solidFill>
                  <a:effectLst/>
                  <a:uLnTx/>
                  <a:uFillTx/>
                  <a:latin typeface="Segoe UI" panose="020B0502040204020203" pitchFamily="34" charset="0"/>
                  <a:cs typeface="Segoe UI" panose="020B0502040204020203" pitchFamily="34" charset="0"/>
                </a:rPr>
                <a:t>#37c5F0</a:t>
              </a:r>
            </a:p>
          </p:txBody>
        </p:sp>
        <p:sp>
          <p:nvSpPr>
            <p:cNvPr id="125" name="TextBox 124">
              <a:extLst>
                <a:ext uri="{FF2B5EF4-FFF2-40B4-BE49-F238E27FC236}">
                  <a16:creationId xmlns:a16="http://schemas.microsoft.com/office/drawing/2014/main" id="{B6DCFC5E-1AAF-FDA3-E551-A8248535A4A7}"/>
                </a:ext>
              </a:extLst>
            </p:cNvPr>
            <p:cNvSpPr txBox="1"/>
            <p:nvPr/>
          </p:nvSpPr>
          <p:spPr>
            <a:xfrm>
              <a:off x="13137105" y="2398843"/>
              <a:ext cx="867420"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750" b="0" i="0" u="none" strike="noStrike" kern="0" cap="none" spc="0" normalizeH="0" baseline="0" noProof="0" dirty="0">
                  <a:ln>
                    <a:noFill/>
                  </a:ln>
                  <a:solidFill>
                    <a:schemeClr val="tx2"/>
                  </a:solidFill>
                  <a:effectLst/>
                  <a:uLnTx/>
                  <a:uFillTx/>
                  <a:latin typeface="Segoe UI" panose="020B0502040204020203" pitchFamily="34" charset="0"/>
                  <a:cs typeface="Segoe UI" panose="020B0502040204020203" pitchFamily="34" charset="0"/>
                </a:rPr>
                <a:t>#ee376C</a:t>
              </a:r>
            </a:p>
          </p:txBody>
        </p:sp>
        <p:sp>
          <p:nvSpPr>
            <p:cNvPr id="126" name="TextBox 125">
              <a:extLst>
                <a:ext uri="{FF2B5EF4-FFF2-40B4-BE49-F238E27FC236}">
                  <a16:creationId xmlns:a16="http://schemas.microsoft.com/office/drawing/2014/main" id="{93065AFC-70AD-83FE-A362-82E284B9867A}"/>
                </a:ext>
              </a:extLst>
            </p:cNvPr>
            <p:cNvSpPr txBox="1"/>
            <p:nvPr/>
          </p:nvSpPr>
          <p:spPr>
            <a:xfrm>
              <a:off x="12496704" y="2973625"/>
              <a:ext cx="4014013" cy="1378041"/>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1"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Text Sizes</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800" b="0" i="0" u="none" strike="noStrike" kern="0" cap="none" spc="0" normalizeH="0" baseline="0" noProof="0" dirty="0">
                  <a:ln>
                    <a:noFill/>
                  </a:ln>
                  <a:gradFill flip="none" rotWithShape="1">
                    <a:gsLst>
                      <a:gs pos="52000">
                        <a:srgbClr val="6B52A2"/>
                      </a:gs>
                      <a:gs pos="0">
                        <a:srgbClr val="0FA2CE"/>
                      </a:gs>
                      <a:gs pos="100000">
                        <a:srgbClr val="503D79">
                          <a:lumMod val="75000"/>
                        </a:srgbClr>
                      </a:gs>
                    </a:gsLst>
                    <a:lin ang="10800000" scaled="1"/>
                    <a:tileRect/>
                  </a:gradFill>
                  <a:effectLst/>
                  <a:uLnTx/>
                  <a:uFillTx/>
                  <a:latin typeface="Segoe UI" panose="020B0502040204020203" pitchFamily="34" charset="0"/>
                  <a:cs typeface="Segoe UI" panose="020B0502040204020203" pitchFamily="34" charset="0"/>
                </a:rPr>
                <a:t>	</a:t>
              </a:r>
              <a:r>
                <a:rPr kumimoji="0" lang="en-US" sz="1800" b="0" i="0" u="none" strike="noStrike" kern="0" cap="none" spc="0" normalizeH="0" baseline="0" noProof="0" dirty="0">
                  <a:ln>
                    <a:noFill/>
                  </a:ln>
                  <a:gradFill flip="none" rotWithShape="1">
                    <a:gsLst>
                      <a:gs pos="100000">
                        <a:srgbClr val="6B52A2"/>
                      </a:gs>
                      <a:gs pos="0">
                        <a:srgbClr val="4759A7"/>
                      </a:gs>
                    </a:gsLst>
                    <a:lin ang="10800000" scaled="1"/>
                    <a:tileRect/>
                  </a:gradFill>
                  <a:effectLst/>
                  <a:uLnTx/>
                  <a:uFillTx/>
                  <a:latin typeface="Segoe UI" panose="020B0502040204020203" pitchFamily="34" charset="0"/>
                  <a:cs typeface="Segoe UI" panose="020B0502040204020203" pitchFamily="34" charset="0"/>
                </a:rPr>
                <a:t>Title (32)</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35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Subtitles &amp; Headings (24)</a:t>
              </a:r>
            </a:p>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srgbClr val="171C30"/>
                  </a:solidFill>
                  <a:effectLst/>
                  <a:uLnTx/>
                  <a:uFillTx/>
                  <a:latin typeface="Segoe UI" panose="020B0502040204020203" pitchFamily="34" charset="0"/>
                  <a:cs typeface="Segoe UI" panose="020B0502040204020203" pitchFamily="34" charset="0"/>
                </a:rPr>
                <a:t>	Text &amp; Subtext (20-18-16) </a:t>
              </a:r>
            </a:p>
          </p:txBody>
        </p:sp>
        <p:sp>
          <p:nvSpPr>
            <p:cNvPr id="127" name="Rectangle 126">
              <a:extLst>
                <a:ext uri="{FF2B5EF4-FFF2-40B4-BE49-F238E27FC236}">
                  <a16:creationId xmlns:a16="http://schemas.microsoft.com/office/drawing/2014/main" id="{2151AD08-9973-339A-0943-3B02AFB4F2C7}"/>
                </a:ext>
              </a:extLst>
            </p:cNvPr>
            <p:cNvSpPr/>
            <p:nvPr/>
          </p:nvSpPr>
          <p:spPr>
            <a:xfrm>
              <a:off x="12600494" y="5533617"/>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FFFFFF"/>
                  </a:solidFill>
                  <a:effectLst/>
                  <a:uLnTx/>
                  <a:uFillTx/>
                  <a:latin typeface="Segoe UI"/>
                  <a:ea typeface="+mn-ea"/>
                  <a:cs typeface="+mn-cs"/>
                </a:rPr>
                <a:t>Text (24)</a:t>
              </a:r>
            </a:p>
          </p:txBody>
        </p:sp>
        <p:sp>
          <p:nvSpPr>
            <p:cNvPr id="128" name="Rectangle 127">
              <a:extLst>
                <a:ext uri="{FF2B5EF4-FFF2-40B4-BE49-F238E27FC236}">
                  <a16:creationId xmlns:a16="http://schemas.microsoft.com/office/drawing/2014/main" id="{9E4B77AB-AE6C-6ADB-C702-747EABE700F9}"/>
                </a:ext>
              </a:extLst>
            </p:cNvPr>
            <p:cNvSpPr/>
            <p:nvPr/>
          </p:nvSpPr>
          <p:spPr>
            <a:xfrm>
              <a:off x="13774324" y="5535978"/>
              <a:ext cx="2265680"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A595C9"/>
                  </a:solidFill>
                  <a:effectLst/>
                  <a:uLnTx/>
                  <a:uFillTx/>
                  <a:latin typeface="Segoe UI"/>
                  <a:ea typeface="+mn-ea"/>
                  <a:cs typeface="+mn-cs"/>
                </a:rPr>
                <a:t>Subtitles</a:t>
              </a:r>
              <a:br>
                <a:rPr kumimoji="0" lang="en-US" sz="1050" b="0" i="0" u="none" strike="noStrike" kern="0" cap="none" spc="0" normalizeH="0" baseline="0" noProof="0" dirty="0">
                  <a:ln>
                    <a:noFill/>
                  </a:ln>
                  <a:solidFill>
                    <a:srgbClr val="A595C9"/>
                  </a:solidFill>
                  <a:effectLst/>
                  <a:uLnTx/>
                  <a:uFillTx/>
                  <a:latin typeface="Segoe UI"/>
                  <a:ea typeface="+mn-ea"/>
                  <a:cs typeface="+mn-cs"/>
                </a:rPr>
              </a:br>
              <a:r>
                <a:rPr kumimoji="0" lang="en-US" sz="1050" b="0" i="0" u="none" strike="noStrike" kern="0" cap="none" spc="0" normalizeH="0" baseline="0" noProof="0" dirty="0">
                  <a:ln>
                    <a:noFill/>
                  </a:ln>
                  <a:solidFill>
                    <a:srgbClr val="A595C9"/>
                  </a:solidFill>
                  <a:effectLst/>
                  <a:uLnTx/>
                  <a:uFillTx/>
                  <a:latin typeface="Segoe UI"/>
                  <a:ea typeface="+mn-ea"/>
                  <a:cs typeface="+mn-cs"/>
                </a:rPr>
                <a:t>Headings</a:t>
              </a:r>
            </a:p>
          </p:txBody>
        </p:sp>
        <p:sp>
          <p:nvSpPr>
            <p:cNvPr id="129" name="Rectangle 128">
              <a:extLst>
                <a:ext uri="{FF2B5EF4-FFF2-40B4-BE49-F238E27FC236}">
                  <a16:creationId xmlns:a16="http://schemas.microsoft.com/office/drawing/2014/main" id="{F72D0002-3542-9270-2FBF-D9C027AA47EF}"/>
                </a:ext>
              </a:extLst>
            </p:cNvPr>
            <p:cNvSpPr/>
            <p:nvPr/>
          </p:nvSpPr>
          <p:spPr>
            <a:xfrm>
              <a:off x="14912612" y="5535978"/>
              <a:ext cx="1936495" cy="589280"/>
            </a:xfrm>
            <a:prstGeom prst="rect">
              <a:avLst/>
            </a:prstGeom>
            <a:solidFill>
              <a:srgbClr val="171C30">
                <a:lumMod val="90000"/>
                <a:lumOff val="10000"/>
              </a:srgbClr>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Text &amp;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solidFill>
                  <a:effectLst/>
                  <a:uLnTx/>
                  <a:uFillTx/>
                  <a:latin typeface="Segoe UI"/>
                  <a:ea typeface="+mn-ea"/>
                  <a:cs typeface="+mn-cs"/>
                </a:rPr>
                <a:t>Subtext</a:t>
              </a:r>
            </a:p>
          </p:txBody>
        </p:sp>
        <p:sp>
          <p:nvSpPr>
            <p:cNvPr id="130" name="Rectangle 129">
              <a:extLst>
                <a:ext uri="{FF2B5EF4-FFF2-40B4-BE49-F238E27FC236}">
                  <a16:creationId xmlns:a16="http://schemas.microsoft.com/office/drawing/2014/main" id="{EC57C208-1934-C10F-C693-84BB7249CC87}"/>
                </a:ext>
              </a:extLst>
            </p:cNvPr>
            <p:cNvSpPr/>
            <p:nvPr/>
          </p:nvSpPr>
          <p:spPr>
            <a:xfrm>
              <a:off x="12600301" y="6122897"/>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Subtitle</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171C30"/>
                  </a:solidFill>
                  <a:effectLst/>
                  <a:uLnTx/>
                  <a:uFillTx/>
                  <a:latin typeface="Segoe UI"/>
                  <a:ea typeface="+mn-ea"/>
                  <a:cs typeface="+mn-cs"/>
                </a:rPr>
                <a:t>Text (24)</a:t>
              </a:r>
            </a:p>
          </p:txBody>
        </p:sp>
        <p:sp>
          <p:nvSpPr>
            <p:cNvPr id="131" name="Rectangle 130">
              <a:extLst>
                <a:ext uri="{FF2B5EF4-FFF2-40B4-BE49-F238E27FC236}">
                  <a16:creationId xmlns:a16="http://schemas.microsoft.com/office/drawing/2014/main" id="{C8E4C265-E7EE-CF75-84B5-09E6664E536A}"/>
                </a:ext>
              </a:extLst>
            </p:cNvPr>
            <p:cNvSpPr/>
            <p:nvPr/>
          </p:nvSpPr>
          <p:spPr>
            <a:xfrm>
              <a:off x="13774131" y="6125258"/>
              <a:ext cx="2265680"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Subtitles</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6B52A2"/>
                  </a:solidFill>
                  <a:effectLst/>
                  <a:uLnTx/>
                  <a:uFillTx/>
                  <a:latin typeface="Segoe UI"/>
                  <a:ea typeface="+mn-ea"/>
                  <a:cs typeface="+mn-cs"/>
                </a:rPr>
                <a:t>Headings</a:t>
              </a:r>
            </a:p>
          </p:txBody>
        </p:sp>
        <p:sp>
          <p:nvSpPr>
            <p:cNvPr id="132" name="Rectangle 131">
              <a:extLst>
                <a:ext uri="{FF2B5EF4-FFF2-40B4-BE49-F238E27FC236}">
                  <a16:creationId xmlns:a16="http://schemas.microsoft.com/office/drawing/2014/main" id="{549BB3C3-B89E-1791-9A61-D4463F618095}"/>
                </a:ext>
              </a:extLst>
            </p:cNvPr>
            <p:cNvSpPr/>
            <p:nvPr/>
          </p:nvSpPr>
          <p:spPr>
            <a:xfrm>
              <a:off x="14912419" y="6125258"/>
              <a:ext cx="1936495" cy="589280"/>
            </a:xfrm>
            <a:prstGeom prst="rect">
              <a:avLst/>
            </a:prstGeom>
            <a:solidFill>
              <a:srgbClr val="FFFFFF"/>
            </a:solidFill>
            <a:ln w="38100" cap="flat" cmpd="sng" algn="ctr">
              <a:solidFill>
                <a:srgbClr val="171C30"/>
              </a:solid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Text &amp;</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BFBFBF">
                      <a:lumMod val="75000"/>
                    </a:srgbClr>
                  </a:solidFill>
                  <a:effectLst/>
                  <a:uLnTx/>
                  <a:uFillTx/>
                  <a:latin typeface="Segoe UI"/>
                  <a:ea typeface="+mn-ea"/>
                  <a:cs typeface="+mn-cs"/>
                </a:rPr>
                <a:t>Subtext</a:t>
              </a:r>
            </a:p>
          </p:txBody>
        </p:sp>
        <p:sp>
          <p:nvSpPr>
            <p:cNvPr id="133" name="Rectangle 132">
              <a:extLst>
                <a:ext uri="{FF2B5EF4-FFF2-40B4-BE49-F238E27FC236}">
                  <a16:creationId xmlns:a16="http://schemas.microsoft.com/office/drawing/2014/main" id="{3EF70CB0-AFE4-7480-AC4B-AAE627B0031F}"/>
                </a:ext>
              </a:extLst>
            </p:cNvPr>
            <p:cNvSpPr/>
            <p:nvPr/>
          </p:nvSpPr>
          <p:spPr>
            <a:xfrm>
              <a:off x="14583427" y="5601909"/>
              <a:ext cx="282554" cy="197190"/>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34" name="Rectangle 133">
              <a:extLst>
                <a:ext uri="{FF2B5EF4-FFF2-40B4-BE49-F238E27FC236}">
                  <a16:creationId xmlns:a16="http://schemas.microsoft.com/office/drawing/2014/main" id="{381AC602-296E-F257-DC97-26A991B290D9}"/>
                </a:ext>
              </a:extLst>
            </p:cNvPr>
            <p:cNvSpPr/>
            <p:nvPr/>
          </p:nvSpPr>
          <p:spPr>
            <a:xfrm>
              <a:off x="14583427" y="6204059"/>
              <a:ext cx="282554" cy="197190"/>
            </a:xfrm>
            <a:prstGeom prst="rect">
              <a:avLst/>
            </a:prstGeom>
            <a:solidFill>
              <a:srgbClr val="A595C9">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35" name="Rectangle 134">
              <a:extLst>
                <a:ext uri="{FF2B5EF4-FFF2-40B4-BE49-F238E27FC236}">
                  <a16:creationId xmlns:a16="http://schemas.microsoft.com/office/drawing/2014/main" id="{25B1A6C4-0FD4-D14C-CCA7-E090B05FB68A}"/>
                </a:ext>
              </a:extLst>
            </p:cNvPr>
            <p:cNvSpPr/>
            <p:nvPr/>
          </p:nvSpPr>
          <p:spPr>
            <a:xfrm>
              <a:off x="16511456" y="5584477"/>
              <a:ext cx="282554" cy="197190"/>
            </a:xfrm>
            <a:prstGeom prst="rect">
              <a:avLst/>
            </a:prstGeom>
            <a:solidFill>
              <a:srgbClr val="BFBFBF"/>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36" name="Rectangle 135">
              <a:extLst>
                <a:ext uri="{FF2B5EF4-FFF2-40B4-BE49-F238E27FC236}">
                  <a16:creationId xmlns:a16="http://schemas.microsoft.com/office/drawing/2014/main" id="{ECFD2855-6146-0871-1DA9-1BF588D88D13}"/>
                </a:ext>
              </a:extLst>
            </p:cNvPr>
            <p:cNvSpPr/>
            <p:nvPr/>
          </p:nvSpPr>
          <p:spPr>
            <a:xfrm>
              <a:off x="16511456" y="6204059"/>
              <a:ext cx="282554" cy="197190"/>
            </a:xfrm>
            <a:prstGeom prst="rect">
              <a:avLst/>
            </a:prstGeom>
            <a:solidFill>
              <a:srgbClr val="BFBFBF">
                <a:lumMod val="75000"/>
              </a:srgbClr>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37" name="TextBox 136">
              <a:extLst>
                <a:ext uri="{FF2B5EF4-FFF2-40B4-BE49-F238E27FC236}">
                  <a16:creationId xmlns:a16="http://schemas.microsoft.com/office/drawing/2014/main" id="{EAB0166E-3696-D604-3F60-AD5E8959F986}"/>
                </a:ext>
              </a:extLst>
            </p:cNvPr>
            <p:cNvSpPr txBox="1"/>
            <p:nvPr/>
          </p:nvSpPr>
          <p:spPr>
            <a:xfrm>
              <a:off x="12548129" y="4969753"/>
              <a:ext cx="2124519" cy="480131"/>
            </a:xfrm>
            <a:prstGeom prst="rect">
              <a:avLst/>
            </a:prstGeom>
            <a:solidFill>
              <a:schemeClr val="tx1">
                <a:lumMod val="90000"/>
                <a:lumOff val="10000"/>
              </a:schemeClr>
            </a:solidFill>
          </p:spPr>
          <p:txBody>
            <a:bodyPr/>
            <a:lstStyle>
              <a:defPPr>
                <a:defRPr lang="en-US"/>
              </a:defPPr>
              <a:lvl1pPr indent="0" defTabSz="685800">
                <a:lnSpc>
                  <a:spcPct val="90000"/>
                </a:lnSpc>
                <a:spcBef>
                  <a:spcPts val="750"/>
                </a:spcBef>
                <a:buFont typeface="Arial" panose="020B0604020202020204" pitchFamily="34" charset="0"/>
                <a:buNone/>
                <a:defRPr sz="2800">
                  <a:gradFill>
                    <a:gsLst>
                      <a:gs pos="52000">
                        <a:schemeClr val="accent2">
                          <a:lumMod val="20000"/>
                          <a:lumOff val="80000"/>
                        </a:schemeClr>
                      </a:gs>
                      <a:gs pos="0">
                        <a:schemeClr val="accent5">
                          <a:lumMod val="20000"/>
                          <a:lumOff val="80000"/>
                        </a:schemeClr>
                      </a:gs>
                      <a:gs pos="100000">
                        <a:schemeClr val="accent4">
                          <a:lumMod val="90000"/>
                        </a:schemeClr>
                      </a:gs>
                    </a:gsLst>
                    <a:lin ang="10800000" scaled="1"/>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1050" b="0" i="0" u="none" strike="noStrike" kern="0" cap="none" spc="0" normalizeH="0" baseline="0" noProof="0" dirty="0">
                  <a:ln>
                    <a:noFill/>
                  </a:ln>
                  <a:gradFill flip="none" rotWithShape="1">
                    <a:gsLst>
                      <a:gs pos="0">
                        <a:srgbClr val="A595C9"/>
                      </a:gs>
                      <a:gs pos="100000">
                        <a:srgbClr val="8C98CE"/>
                      </a:gs>
                    </a:gsLst>
                    <a:lin ang="0" scaled="1"/>
                    <a:tileRect/>
                  </a:gradFill>
                  <a:effectLst/>
                  <a:uLnTx/>
                  <a:uFillTx/>
                  <a:latin typeface="Segoe UI"/>
                  <a:cs typeface="Segoe UI" panose="020B0502040204020203" pitchFamily="34" charset="0"/>
                </a:rPr>
                <a:t>DARK BACKGROUND</a:t>
              </a:r>
            </a:p>
          </p:txBody>
        </p:sp>
        <p:sp>
          <p:nvSpPr>
            <p:cNvPr id="138" name="Rectangle 137">
              <a:extLst>
                <a:ext uri="{FF2B5EF4-FFF2-40B4-BE49-F238E27FC236}">
                  <a16:creationId xmlns:a16="http://schemas.microsoft.com/office/drawing/2014/main" id="{F5A749F3-76EA-2794-F8C3-462644596A42}"/>
                </a:ext>
              </a:extLst>
            </p:cNvPr>
            <p:cNvSpPr/>
            <p:nvPr/>
          </p:nvSpPr>
          <p:spPr>
            <a:xfrm>
              <a:off x="14126136" y="5243979"/>
              <a:ext cx="282554" cy="74099"/>
            </a:xfrm>
            <a:prstGeom prst="rect">
              <a:avLst/>
            </a:prstGeom>
            <a:solidFill>
              <a:srgbClr val="8C98CE"/>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139" name="Rectangle 138">
              <a:extLst>
                <a:ext uri="{FF2B5EF4-FFF2-40B4-BE49-F238E27FC236}">
                  <a16:creationId xmlns:a16="http://schemas.microsoft.com/office/drawing/2014/main" id="{F6728062-EC76-6D72-F9D5-A65AB8AC26A3}"/>
                </a:ext>
              </a:extLst>
            </p:cNvPr>
            <p:cNvSpPr/>
            <p:nvPr/>
          </p:nvSpPr>
          <p:spPr>
            <a:xfrm>
              <a:off x="12799783" y="5226547"/>
              <a:ext cx="282554" cy="74099"/>
            </a:xfrm>
            <a:prstGeom prst="rect">
              <a:avLst/>
            </a:prstGeom>
            <a:solidFill>
              <a:srgbClr val="A595C9"/>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BFBFBF"/>
                </a:solidFill>
                <a:effectLst/>
                <a:uLnTx/>
                <a:uFillTx/>
                <a:latin typeface="Segoe UI"/>
                <a:ea typeface="+mn-ea"/>
                <a:cs typeface="+mn-cs"/>
              </a:endParaRPr>
            </a:p>
          </p:txBody>
        </p:sp>
        <p:sp>
          <p:nvSpPr>
            <p:cNvPr id="140" name="TextBox 139">
              <a:extLst>
                <a:ext uri="{FF2B5EF4-FFF2-40B4-BE49-F238E27FC236}">
                  <a16:creationId xmlns:a16="http://schemas.microsoft.com/office/drawing/2014/main" id="{BA962C0C-5099-0E8A-6B61-6F18E28497A9}"/>
                </a:ext>
              </a:extLst>
            </p:cNvPr>
            <p:cNvSpPr txBox="1"/>
            <p:nvPr userDrawn="1"/>
          </p:nvSpPr>
          <p:spPr>
            <a:xfrm>
              <a:off x="14944960" y="4928949"/>
              <a:ext cx="2124519" cy="3385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defTabSz="685800">
                <a:defRPr sz="3400" cap="all" spc="50">
                  <a:gradFill flip="none" rotWithShape="1">
                    <a:gsLst>
                      <a:gs pos="0">
                        <a:schemeClr val="bg1">
                          <a:lumMod val="75000"/>
                        </a:schemeClr>
                      </a:gs>
                      <a:gs pos="100000">
                        <a:srgbClr val="00B0F0">
                          <a:alpha val="63000"/>
                        </a:srgbClr>
                      </a:gs>
                      <a:gs pos="48000">
                        <a:srgbClr val="7030A0">
                          <a:alpha val="74000"/>
                        </a:srgbClr>
                      </a:gs>
                    </a:gsLst>
                    <a:lin ang="2700000" scaled="1"/>
                    <a:tileRect/>
                  </a:gradFill>
                  <a:latin typeface="Segoe UI Semibold" panose="020B0702040204020203" pitchFamily="34" charset="0"/>
                  <a:cs typeface="Segoe UI Semibold" panose="020B0702040204020203" pitchFamily="34" charset="0"/>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marL="0" marR="0" lvl="0" indent="0" algn="ctr" defTabSz="514350" eaLnBrk="1" fontAlgn="auto" latinLnBrk="0" hangingPunct="1">
                <a:lnSpc>
                  <a:spcPct val="100000"/>
                </a:lnSpc>
                <a:spcBef>
                  <a:spcPts val="0"/>
                </a:spcBef>
                <a:spcAft>
                  <a:spcPts val="0"/>
                </a:spcAft>
                <a:buClrTx/>
                <a:buSzTx/>
                <a:buFontTx/>
                <a:buNone/>
                <a:tabLst/>
                <a:defRPr/>
              </a:pPr>
              <a:r>
                <a:rPr kumimoji="0" lang="en-US" sz="1050" b="0" i="0" u="none" strike="noStrike" kern="0" cap="all" spc="38" normalizeH="0" baseline="0" noProof="0" dirty="0">
                  <a:ln>
                    <a:noFill/>
                  </a:ln>
                  <a:gradFill flip="none" rotWithShape="1">
                    <a:gsLst>
                      <a:gs pos="0">
                        <a:srgbClr val="4759A7"/>
                      </a:gs>
                      <a:gs pos="6900">
                        <a:srgbClr val="4959A7"/>
                      </a:gs>
                      <a:gs pos="100000">
                        <a:srgbClr val="6B52A2"/>
                      </a:gs>
                    </a:gsLst>
                    <a:lin ang="2700000" scaled="1"/>
                    <a:tileRect/>
                  </a:gradFill>
                  <a:effectLst/>
                  <a:uLnTx/>
                  <a:uFillTx/>
                  <a:latin typeface="Segoe UI"/>
                  <a:cs typeface="Segoe UI Semibold" panose="020B0702040204020203" pitchFamily="34" charset="0"/>
                </a:rPr>
                <a:t>Light background</a:t>
              </a:r>
            </a:p>
          </p:txBody>
        </p:sp>
        <p:sp>
          <p:nvSpPr>
            <p:cNvPr id="141" name="Rectangle 140">
              <a:extLst>
                <a:ext uri="{FF2B5EF4-FFF2-40B4-BE49-F238E27FC236}">
                  <a16:creationId xmlns:a16="http://schemas.microsoft.com/office/drawing/2014/main" id="{994C0E42-F604-7129-2197-43DCED079B53}"/>
                </a:ext>
              </a:extLst>
            </p:cNvPr>
            <p:cNvSpPr/>
            <p:nvPr userDrawn="1"/>
          </p:nvSpPr>
          <p:spPr>
            <a:xfrm>
              <a:off x="15184364" y="5215491"/>
              <a:ext cx="279909" cy="102782"/>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42" name="Rectangle 141">
              <a:extLst>
                <a:ext uri="{FF2B5EF4-FFF2-40B4-BE49-F238E27FC236}">
                  <a16:creationId xmlns:a16="http://schemas.microsoft.com/office/drawing/2014/main" id="{0119A08C-6D09-E631-C549-952C40249DBD}"/>
                </a:ext>
              </a:extLst>
            </p:cNvPr>
            <p:cNvSpPr/>
            <p:nvPr userDrawn="1"/>
          </p:nvSpPr>
          <p:spPr>
            <a:xfrm>
              <a:off x="16510717" y="5195498"/>
              <a:ext cx="279909" cy="102782"/>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nvGrpSpPr>
            <p:cNvPr id="143" name="Group 142">
              <a:extLst>
                <a:ext uri="{FF2B5EF4-FFF2-40B4-BE49-F238E27FC236}">
                  <a16:creationId xmlns:a16="http://schemas.microsoft.com/office/drawing/2014/main" id="{1F0093C2-54CA-9077-7846-6E72071B19D7}"/>
                </a:ext>
              </a:extLst>
            </p:cNvPr>
            <p:cNvGrpSpPr/>
            <p:nvPr/>
          </p:nvGrpSpPr>
          <p:grpSpPr>
            <a:xfrm>
              <a:off x="12546025" y="4361827"/>
              <a:ext cx="1903774" cy="391532"/>
              <a:chOff x="3264454" y="3165509"/>
              <a:chExt cx="1903774" cy="391532"/>
            </a:xfrm>
          </p:grpSpPr>
          <p:sp>
            <p:nvSpPr>
              <p:cNvPr id="152" name="TextBox 151">
                <a:extLst>
                  <a:ext uri="{FF2B5EF4-FFF2-40B4-BE49-F238E27FC236}">
                    <a16:creationId xmlns:a16="http://schemas.microsoft.com/office/drawing/2014/main" id="{74731061-9D0F-806A-2B01-817DB4C419EF}"/>
                  </a:ext>
                </a:extLst>
              </p:cNvPr>
              <p:cNvSpPr txBox="1"/>
              <p:nvPr/>
            </p:nvSpPr>
            <p:spPr>
              <a:xfrm>
                <a:off x="3264454" y="3165509"/>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52000">
                          <a:srgbClr val="6B52A2"/>
                        </a:gs>
                        <a:gs pos="0">
                          <a:srgbClr val="0FA2CE"/>
                        </a:gs>
                        <a:gs pos="100000">
                          <a:srgbClr val="4759A7"/>
                        </a:gs>
                      </a:gsLst>
                      <a:lin ang="10800000" scaled="1"/>
                      <a:tileRect/>
                    </a:gradFill>
                    <a:effectLst/>
                    <a:uLnTx/>
                    <a:uFillTx/>
                    <a:latin typeface="Segoe UI"/>
                    <a:cs typeface="Segoe UI" panose="020B0502040204020203" pitchFamily="34" charset="0"/>
                  </a:rPr>
                  <a:t>TEXT HEADER</a:t>
                </a:r>
              </a:p>
            </p:txBody>
          </p:sp>
          <p:sp>
            <p:nvSpPr>
              <p:cNvPr id="153" name="Rectangle 152">
                <a:extLst>
                  <a:ext uri="{FF2B5EF4-FFF2-40B4-BE49-F238E27FC236}">
                    <a16:creationId xmlns:a16="http://schemas.microsoft.com/office/drawing/2014/main" id="{9509D83F-9884-EDE5-A4D6-AB00ECF16D5D}"/>
                  </a:ext>
                </a:extLst>
              </p:cNvPr>
              <p:cNvSpPr/>
              <p:nvPr/>
            </p:nvSpPr>
            <p:spPr>
              <a:xfrm>
                <a:off x="3324471" y="3455307"/>
                <a:ext cx="282554" cy="101734"/>
              </a:xfrm>
              <a:prstGeom prst="rect">
                <a:avLst/>
              </a:prstGeom>
              <a:solidFill>
                <a:srgbClr val="4759A7"/>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0123F57B-73B2-E2C0-4A21-B82D6D540227}"/>
                  </a:ext>
                </a:extLst>
              </p:cNvPr>
              <p:cNvSpPr/>
              <p:nvPr/>
            </p:nvSpPr>
            <p:spPr>
              <a:xfrm>
                <a:off x="3728926" y="3455307"/>
                <a:ext cx="282554" cy="101734"/>
              </a:xfrm>
              <a:prstGeom prst="rect">
                <a:avLst/>
              </a:prstGeom>
              <a:solidFill>
                <a:srgbClr val="6B52A2"/>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E4503D62-401E-37A7-D44B-1DFCADBBC4F9}"/>
                  </a:ext>
                </a:extLst>
              </p:cNvPr>
              <p:cNvSpPr/>
              <p:nvPr/>
            </p:nvSpPr>
            <p:spPr>
              <a:xfrm>
                <a:off x="4133381" y="3451758"/>
                <a:ext cx="282554" cy="101734"/>
              </a:xfrm>
              <a:prstGeom prst="rect">
                <a:avLst/>
              </a:prstGeom>
              <a:solidFill>
                <a:srgbClr val="37C5F0"/>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
          <p:nvSpPr>
            <p:cNvPr id="144" name="Rectangle: Rounded Corners 143">
              <a:extLst>
                <a:ext uri="{FF2B5EF4-FFF2-40B4-BE49-F238E27FC236}">
                  <a16:creationId xmlns:a16="http://schemas.microsoft.com/office/drawing/2014/main" id="{4BACE296-3308-AF7F-D7FE-DC2A5826A82A}"/>
                </a:ext>
              </a:extLst>
            </p:cNvPr>
            <p:cNvSpPr/>
            <p:nvPr/>
          </p:nvSpPr>
          <p:spPr>
            <a:xfrm>
              <a:off x="14988817" y="4361827"/>
              <a:ext cx="1945690" cy="587232"/>
            </a:xfrm>
            <a:prstGeom prst="roundRect">
              <a:avLst/>
            </a:pr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00" dirty="0">
                <a:solidFill>
                  <a:schemeClr val="tx1"/>
                </a:solidFill>
              </a:endParaRPr>
            </a:p>
          </p:txBody>
        </p:sp>
        <p:sp>
          <p:nvSpPr>
            <p:cNvPr id="145" name="TextBox 144">
              <a:extLst>
                <a:ext uri="{FF2B5EF4-FFF2-40B4-BE49-F238E27FC236}">
                  <a16:creationId xmlns:a16="http://schemas.microsoft.com/office/drawing/2014/main" id="{ADC66EAC-DE27-79D6-3A21-49F48443F6A4}"/>
                </a:ext>
              </a:extLst>
            </p:cNvPr>
            <p:cNvSpPr txBox="1"/>
            <p:nvPr/>
          </p:nvSpPr>
          <p:spPr>
            <a:xfrm>
              <a:off x="15001517" y="4361827"/>
              <a:ext cx="1903774" cy="369332"/>
            </a:xfrm>
            <a:prstGeom prst="rect">
              <a:avLst/>
            </a:prstGeom>
          </p:spPr>
          <p:txBody>
            <a:bodyPr/>
            <a:lstStyle>
              <a:defPPr>
                <a:defRPr lang="en-US"/>
              </a:defPPr>
              <a:lvl1pPr indent="0" defTabSz="685800">
                <a:lnSpc>
                  <a:spcPct val="90000"/>
                </a:lnSpc>
                <a:spcBef>
                  <a:spcPts val="750"/>
                </a:spcBef>
                <a:buFont typeface="Arial" panose="020B0604020202020204" pitchFamily="34" charset="0"/>
                <a:buNone/>
                <a:defRPr sz="2800">
                  <a:gradFill flip="none" rotWithShape="1">
                    <a:gsLst>
                      <a:gs pos="52000">
                        <a:srgbClr val="6B52A2"/>
                      </a:gs>
                      <a:gs pos="0">
                        <a:srgbClr val="0FA2CE"/>
                      </a:gs>
                      <a:gs pos="100000">
                        <a:schemeClr val="accent6">
                          <a:lumMod val="75000"/>
                        </a:schemeClr>
                      </a:gs>
                    </a:gsLst>
                    <a:lin ang="10800000" scaled="1"/>
                    <a:tileRect/>
                  </a:gradFill>
                  <a:latin typeface="Segoe UI" panose="020B0502040204020203" pitchFamily="34" charset="0"/>
                  <a:cs typeface="Segoe UI" panose="020B0502040204020203" pitchFamily="34"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0" marR="0" lvl="0" indent="0" algn="ctr" defTabSz="514350" eaLnBrk="1" fontAlgn="auto" latinLnBrk="0" hangingPunct="1">
                <a:lnSpc>
                  <a:spcPct val="90000"/>
                </a:lnSpc>
                <a:spcBef>
                  <a:spcPts val="563"/>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gradFill flip="none" rotWithShape="1">
                    <a:gsLst>
                      <a:gs pos="0">
                        <a:schemeClr val="accent3"/>
                      </a:gs>
                      <a:gs pos="100000">
                        <a:srgbClr val="C03BC4"/>
                      </a:gs>
                    </a:gsLst>
                    <a:lin ang="2700000" scaled="1"/>
                    <a:tileRect/>
                  </a:gradFill>
                  <a:effectLst/>
                  <a:uLnTx/>
                  <a:uFillTx/>
                  <a:latin typeface="Segoe UI"/>
                  <a:cs typeface="Segoe UI" panose="020B0502040204020203" pitchFamily="34" charset="0"/>
                </a:rPr>
                <a:t>NORTHSTAR GRADIENT</a:t>
              </a:r>
            </a:p>
          </p:txBody>
        </p:sp>
        <p:sp>
          <p:nvSpPr>
            <p:cNvPr id="146" name="Rectangle 145">
              <a:extLst>
                <a:ext uri="{FF2B5EF4-FFF2-40B4-BE49-F238E27FC236}">
                  <a16:creationId xmlns:a16="http://schemas.microsoft.com/office/drawing/2014/main" id="{8A88D8D1-61F3-D917-61FF-169EE23D057B}"/>
                </a:ext>
              </a:extLst>
            </p:cNvPr>
            <p:cNvSpPr/>
            <p:nvPr/>
          </p:nvSpPr>
          <p:spPr>
            <a:xfrm>
              <a:off x="16492063" y="4651625"/>
              <a:ext cx="282554" cy="101734"/>
            </a:xfrm>
            <a:prstGeom prst="rect">
              <a:avLst/>
            </a:prstGeom>
            <a:solidFill>
              <a:srgbClr val="C03BC4"/>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47" name="Rectangle 146">
              <a:extLst>
                <a:ext uri="{FF2B5EF4-FFF2-40B4-BE49-F238E27FC236}">
                  <a16:creationId xmlns:a16="http://schemas.microsoft.com/office/drawing/2014/main" id="{C5B57A6E-FCD8-6336-C8D6-41BA7A89D053}"/>
                </a:ext>
              </a:extLst>
            </p:cNvPr>
            <p:cNvSpPr/>
            <p:nvPr/>
          </p:nvSpPr>
          <p:spPr>
            <a:xfrm>
              <a:off x="15094735" y="4648076"/>
              <a:ext cx="282554" cy="101734"/>
            </a:xfrm>
            <a:prstGeom prst="rect">
              <a:avLst/>
            </a:prstGeom>
            <a:solidFill>
              <a:schemeClr val="accent5"/>
            </a:soli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48" name="Rectangle 147">
              <a:extLst>
                <a:ext uri="{FF2B5EF4-FFF2-40B4-BE49-F238E27FC236}">
                  <a16:creationId xmlns:a16="http://schemas.microsoft.com/office/drawing/2014/main" id="{61A4DC17-DC88-07F7-CE57-089083936B16}"/>
                </a:ext>
              </a:extLst>
            </p:cNvPr>
            <p:cNvSpPr/>
            <p:nvPr/>
          </p:nvSpPr>
          <p:spPr>
            <a:xfrm>
              <a:off x="15102577" y="4791632"/>
              <a:ext cx="1690693" cy="104693"/>
            </a:xfrm>
            <a:prstGeom prst="rect">
              <a:avLst/>
            </a:prstGeom>
            <a:gradFill flip="none" rotWithShape="1">
              <a:gsLst>
                <a:gs pos="0">
                  <a:schemeClr val="accent3"/>
                </a:gs>
                <a:gs pos="100000">
                  <a:srgbClr val="C03BC4"/>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49" name="Rectangle 148">
              <a:extLst>
                <a:ext uri="{FF2B5EF4-FFF2-40B4-BE49-F238E27FC236}">
                  <a16:creationId xmlns:a16="http://schemas.microsoft.com/office/drawing/2014/main" id="{E4DEE648-4B59-7C71-7C65-1E7C119D4918}"/>
                </a:ext>
              </a:extLst>
            </p:cNvPr>
            <p:cNvSpPr/>
            <p:nvPr/>
          </p:nvSpPr>
          <p:spPr>
            <a:xfrm>
              <a:off x="12600301" y="4781328"/>
              <a:ext cx="1097205" cy="101734"/>
            </a:xfrm>
            <a:prstGeom prst="rect">
              <a:avLst/>
            </a:prstGeom>
            <a:gradFill flip="none" rotWithShape="1">
              <a:gsLst>
                <a:gs pos="50000">
                  <a:schemeClr val="accent5"/>
                </a:gs>
                <a:gs pos="0">
                  <a:schemeClr val="accent3"/>
                </a:gs>
                <a:gs pos="100000">
                  <a:srgbClr val="37C5F0"/>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50" name="Rectangle 149">
              <a:extLst>
                <a:ext uri="{FF2B5EF4-FFF2-40B4-BE49-F238E27FC236}">
                  <a16:creationId xmlns:a16="http://schemas.microsoft.com/office/drawing/2014/main" id="{6501245D-4860-23F4-D31E-B545765C55A7}"/>
                </a:ext>
              </a:extLst>
            </p:cNvPr>
            <p:cNvSpPr/>
            <p:nvPr/>
          </p:nvSpPr>
          <p:spPr>
            <a:xfrm>
              <a:off x="12799783" y="5347121"/>
              <a:ext cx="1608907" cy="65560"/>
            </a:xfrm>
            <a:prstGeom prst="rect">
              <a:avLst/>
            </a:prstGeom>
            <a:gradFill flip="none" rotWithShape="1">
              <a:gsLst>
                <a:gs pos="0">
                  <a:schemeClr val="accent1"/>
                </a:gs>
                <a:gs pos="100000">
                  <a:schemeClr val="accent2"/>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sp>
          <p:nvSpPr>
            <p:cNvPr id="151" name="Rectangle 150">
              <a:extLst>
                <a:ext uri="{FF2B5EF4-FFF2-40B4-BE49-F238E27FC236}">
                  <a16:creationId xmlns:a16="http://schemas.microsoft.com/office/drawing/2014/main" id="{3C402736-09E2-6365-BC4F-5CA7831605C3}"/>
                </a:ext>
              </a:extLst>
            </p:cNvPr>
            <p:cNvSpPr/>
            <p:nvPr/>
          </p:nvSpPr>
          <p:spPr>
            <a:xfrm>
              <a:off x="15184365" y="5334605"/>
              <a:ext cx="1608906" cy="99934"/>
            </a:xfrm>
            <a:prstGeom prst="rect">
              <a:avLst/>
            </a:prstGeom>
            <a:gradFill flip="none" rotWithShape="1">
              <a:gsLst>
                <a:gs pos="0">
                  <a:schemeClr val="accent3"/>
                </a:gs>
                <a:gs pos="100000">
                  <a:schemeClr val="accent5"/>
                </a:gs>
              </a:gsLst>
              <a:lin ang="0" scaled="1"/>
              <a:tileRect/>
            </a:gradFill>
            <a:ln w="381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BFBFBF"/>
                </a:solidFill>
                <a:effectLst/>
                <a:uLnTx/>
                <a:uFillTx/>
                <a:latin typeface="Segoe UI"/>
                <a:ea typeface="+mn-ea"/>
                <a:cs typeface="+mn-cs"/>
              </a:endParaRPr>
            </a:p>
          </p:txBody>
        </p:sp>
      </p:grpSp>
    </p:spTree>
    <p:extLst>
      <p:ext uri="{BB962C8B-B14F-4D97-AF65-F5344CB8AC3E}">
        <p14:creationId xmlns:p14="http://schemas.microsoft.com/office/powerpoint/2010/main" val="2190386798"/>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8" r:id="rId90"/>
    <p:sldLayoutId id="2147483799" r:id="rId91"/>
    <p:sldLayoutId id="2147483800" r:id="rId92"/>
    <p:sldLayoutId id="2147483801" r:id="rId93"/>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685835"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8" indent="-171458" algn="l" defTabSz="685835"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76" indent="-171458" algn="l" defTabSz="68583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93" indent="-171458" algn="l" defTabSz="685835"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210"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127"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045"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62"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78"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96"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35" rtl="0" eaLnBrk="1" latinLnBrk="0" hangingPunct="1">
        <a:defRPr sz="1350" kern="1200">
          <a:solidFill>
            <a:schemeClr val="tx1"/>
          </a:solidFill>
          <a:latin typeface="+mn-lt"/>
          <a:ea typeface="+mn-ea"/>
          <a:cs typeface="+mn-cs"/>
        </a:defRPr>
      </a:lvl1pPr>
      <a:lvl2pPr marL="342917" algn="l" defTabSz="685835" rtl="0" eaLnBrk="1" latinLnBrk="0" hangingPunct="1">
        <a:defRPr sz="1350" kern="1200">
          <a:solidFill>
            <a:schemeClr val="tx1"/>
          </a:solidFill>
          <a:latin typeface="+mn-lt"/>
          <a:ea typeface="+mn-ea"/>
          <a:cs typeface="+mn-cs"/>
        </a:defRPr>
      </a:lvl2pPr>
      <a:lvl3pPr marL="685835" algn="l" defTabSz="685835" rtl="0" eaLnBrk="1" latinLnBrk="0" hangingPunct="1">
        <a:defRPr sz="1350" kern="1200">
          <a:solidFill>
            <a:schemeClr val="tx1"/>
          </a:solidFill>
          <a:latin typeface="+mn-lt"/>
          <a:ea typeface="+mn-ea"/>
          <a:cs typeface="+mn-cs"/>
        </a:defRPr>
      </a:lvl3pPr>
      <a:lvl4pPr marL="1028752" algn="l" defTabSz="685835" rtl="0" eaLnBrk="1" latinLnBrk="0" hangingPunct="1">
        <a:defRPr sz="1350" kern="1200">
          <a:solidFill>
            <a:schemeClr val="tx1"/>
          </a:solidFill>
          <a:latin typeface="+mn-lt"/>
          <a:ea typeface="+mn-ea"/>
          <a:cs typeface="+mn-cs"/>
        </a:defRPr>
      </a:lvl4pPr>
      <a:lvl5pPr marL="1371668" algn="l" defTabSz="685835" rtl="0" eaLnBrk="1" latinLnBrk="0" hangingPunct="1">
        <a:defRPr sz="1350" kern="1200">
          <a:solidFill>
            <a:schemeClr val="tx1"/>
          </a:solidFill>
          <a:latin typeface="+mn-lt"/>
          <a:ea typeface="+mn-ea"/>
          <a:cs typeface="+mn-cs"/>
        </a:defRPr>
      </a:lvl5pPr>
      <a:lvl6pPr marL="1714586" algn="l" defTabSz="685835" rtl="0" eaLnBrk="1" latinLnBrk="0" hangingPunct="1">
        <a:defRPr sz="1350" kern="1200">
          <a:solidFill>
            <a:schemeClr val="tx1"/>
          </a:solidFill>
          <a:latin typeface="+mn-lt"/>
          <a:ea typeface="+mn-ea"/>
          <a:cs typeface="+mn-cs"/>
        </a:defRPr>
      </a:lvl6pPr>
      <a:lvl7pPr marL="2057503" algn="l" defTabSz="685835" rtl="0" eaLnBrk="1" latinLnBrk="0" hangingPunct="1">
        <a:defRPr sz="1350" kern="1200">
          <a:solidFill>
            <a:schemeClr val="tx1"/>
          </a:solidFill>
          <a:latin typeface="+mn-lt"/>
          <a:ea typeface="+mn-ea"/>
          <a:cs typeface="+mn-cs"/>
        </a:defRPr>
      </a:lvl7pPr>
      <a:lvl8pPr marL="2400420" algn="l" defTabSz="685835" rtl="0" eaLnBrk="1" latinLnBrk="0" hangingPunct="1">
        <a:defRPr sz="1350" kern="1200">
          <a:solidFill>
            <a:schemeClr val="tx1"/>
          </a:solidFill>
          <a:latin typeface="+mn-lt"/>
          <a:ea typeface="+mn-ea"/>
          <a:cs typeface="+mn-cs"/>
        </a:defRPr>
      </a:lvl8pPr>
      <a:lvl9pPr marL="2743337" algn="l" defTabSz="685835"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9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hyperlink" Target="https://swimburger.net/blog/azure/azure-has-a-new-logo-but-where-do-you-download-it-here" TargetMode="External"/><Relationship Id="rId2" Type="http://schemas.openxmlformats.org/officeDocument/2006/relationships/notesSlide" Target="../notesSlides/notesSlide2.xml"/><Relationship Id="rId1" Type="http://schemas.openxmlformats.org/officeDocument/2006/relationships/slideLayout" Target="../slideLayouts/slideLayout93.xml"/><Relationship Id="rId6" Type="http://schemas.openxmlformats.org/officeDocument/2006/relationships/image" Target="../media/image11.png"/><Relationship Id="rId11" Type="http://schemas.openxmlformats.org/officeDocument/2006/relationships/image" Target="../media/image13.png"/><Relationship Id="rId5" Type="http://schemas.openxmlformats.org/officeDocument/2006/relationships/hyperlink" Target="https://aka.ms/startedu." TargetMode="External"/><Relationship Id="rId10" Type="http://schemas.openxmlformats.org/officeDocument/2006/relationships/hyperlink" Target="https://9to5google.com/guides/openai/feed/" TargetMode="External"/><Relationship Id="rId4" Type="http://schemas.microsoft.com/office/2007/relationships/hdphoto" Target="../media/hdphoto1.wdp"/><Relationship Id="rId9"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9.png"/><Relationship Id="rId7" Type="http://schemas.openxmlformats.org/officeDocument/2006/relationships/image" Target="../media/image20.svg"/><Relationship Id="rId12" Type="http://schemas.openxmlformats.org/officeDocument/2006/relationships/image" Target="../media/image25.png"/><Relationship Id="rId2" Type="http://schemas.openxmlformats.org/officeDocument/2006/relationships/notesSlide" Target="../notesSlides/notesSlide4.xml"/><Relationship Id="rId16" Type="http://schemas.openxmlformats.org/officeDocument/2006/relationships/image" Target="../media/image29.png"/><Relationship Id="rId1" Type="http://schemas.openxmlformats.org/officeDocument/2006/relationships/slideLayout" Target="../slideLayouts/slideLayout9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8.png"/><Relationship Id="rId3" Type="http://schemas.openxmlformats.org/officeDocument/2006/relationships/image" Target="../media/image30.png"/><Relationship Id="rId7" Type="http://schemas.openxmlformats.org/officeDocument/2006/relationships/image" Target="../media/image34.svg"/><Relationship Id="rId12" Type="http://schemas.openxmlformats.org/officeDocument/2006/relationships/image" Target="../media/image37.svg"/><Relationship Id="rId2" Type="http://schemas.openxmlformats.org/officeDocument/2006/relationships/notesSlide" Target="../notesSlides/notesSlide5.xml"/><Relationship Id="rId1" Type="http://schemas.openxmlformats.org/officeDocument/2006/relationships/slideLayout" Target="../slideLayouts/slideLayout90.xml"/><Relationship Id="rId6" Type="http://schemas.openxmlformats.org/officeDocument/2006/relationships/image" Target="../media/image33.png"/><Relationship Id="rId11" Type="http://schemas.openxmlformats.org/officeDocument/2006/relationships/image" Target="../media/image36.png"/><Relationship Id="rId5" Type="http://schemas.openxmlformats.org/officeDocument/2006/relationships/image" Target="../media/image32.svg"/><Relationship Id="rId10" Type="http://schemas.openxmlformats.org/officeDocument/2006/relationships/image" Target="../media/image35.png"/><Relationship Id="rId4" Type="http://schemas.openxmlformats.org/officeDocument/2006/relationships/image" Target="../media/image31.png"/><Relationship Id="rId9" Type="http://schemas.openxmlformats.org/officeDocument/2006/relationships/image" Target="../media/image29.png"/><Relationship Id="rId14" Type="http://schemas.openxmlformats.org/officeDocument/2006/relationships/image" Target="../media/image39.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0AB17E-8012-36F4-5B94-E4F670C39C88}"/>
              </a:ext>
            </a:extLst>
          </p:cNvPr>
          <p:cNvSpPr/>
          <p:nvPr/>
        </p:nvSpPr>
        <p:spPr>
          <a:xfrm rot="18900000">
            <a:off x="4197586" y="1637111"/>
            <a:ext cx="4751429" cy="1788864"/>
          </a:xfrm>
          <a:prstGeom prst="roundRect">
            <a:avLst>
              <a:gd name="adj" fmla="val 50000"/>
            </a:avLst>
          </a:prstGeom>
          <a:noFill/>
          <a:ln w="38100">
            <a:solidFill>
              <a:schemeClr val="bg1">
                <a:alpha val="2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uk-UA"/>
            </a:defPPr>
            <a:lvl1pPr marL="0" algn="l" defTabSz="1371463" rtl="0" eaLnBrk="1" latinLnBrk="0" hangingPunct="1">
              <a:defRPr sz="2700" kern="1200">
                <a:solidFill>
                  <a:schemeClr val="tx1"/>
                </a:solidFill>
                <a:latin typeface="+mn-lt"/>
                <a:ea typeface="+mn-ea"/>
                <a:cs typeface="+mn-cs"/>
              </a:defRPr>
            </a:lvl1pPr>
            <a:lvl2pPr marL="685731" algn="l" defTabSz="1371463" rtl="0" eaLnBrk="1" latinLnBrk="0" hangingPunct="1">
              <a:defRPr sz="2700" kern="1200">
                <a:solidFill>
                  <a:schemeClr val="tx1"/>
                </a:solidFill>
                <a:latin typeface="+mn-lt"/>
                <a:ea typeface="+mn-ea"/>
                <a:cs typeface="+mn-cs"/>
              </a:defRPr>
            </a:lvl2pPr>
            <a:lvl3pPr marL="1371463" algn="l" defTabSz="1371463" rtl="0" eaLnBrk="1" latinLnBrk="0" hangingPunct="1">
              <a:defRPr sz="2700" kern="1200">
                <a:solidFill>
                  <a:schemeClr val="tx1"/>
                </a:solidFill>
                <a:latin typeface="+mn-lt"/>
                <a:ea typeface="+mn-ea"/>
                <a:cs typeface="+mn-cs"/>
              </a:defRPr>
            </a:lvl3pPr>
            <a:lvl4pPr marL="2057194" algn="l" defTabSz="1371463" rtl="0" eaLnBrk="1" latinLnBrk="0" hangingPunct="1">
              <a:defRPr sz="2700" kern="1200">
                <a:solidFill>
                  <a:schemeClr val="tx1"/>
                </a:solidFill>
                <a:latin typeface="+mn-lt"/>
                <a:ea typeface="+mn-ea"/>
                <a:cs typeface="+mn-cs"/>
              </a:defRPr>
            </a:lvl4pPr>
            <a:lvl5pPr marL="2742926" algn="l" defTabSz="1371463" rtl="0" eaLnBrk="1" latinLnBrk="0" hangingPunct="1">
              <a:defRPr sz="2700" kern="1200">
                <a:solidFill>
                  <a:schemeClr val="tx1"/>
                </a:solidFill>
                <a:latin typeface="+mn-lt"/>
                <a:ea typeface="+mn-ea"/>
                <a:cs typeface="+mn-cs"/>
              </a:defRPr>
            </a:lvl5pPr>
            <a:lvl6pPr marL="3428657" algn="l" defTabSz="1371463" rtl="0" eaLnBrk="1" latinLnBrk="0" hangingPunct="1">
              <a:defRPr sz="2700" kern="1200">
                <a:solidFill>
                  <a:schemeClr val="tx1"/>
                </a:solidFill>
                <a:latin typeface="+mn-lt"/>
                <a:ea typeface="+mn-ea"/>
                <a:cs typeface="+mn-cs"/>
              </a:defRPr>
            </a:lvl6pPr>
            <a:lvl7pPr marL="4114389" algn="l" defTabSz="1371463" rtl="0" eaLnBrk="1" latinLnBrk="0" hangingPunct="1">
              <a:defRPr sz="2700" kern="1200">
                <a:solidFill>
                  <a:schemeClr val="tx1"/>
                </a:solidFill>
                <a:latin typeface="+mn-lt"/>
                <a:ea typeface="+mn-ea"/>
                <a:cs typeface="+mn-cs"/>
              </a:defRPr>
            </a:lvl7pPr>
            <a:lvl8pPr marL="4800120" algn="l" defTabSz="1371463" rtl="0" eaLnBrk="1" latinLnBrk="0" hangingPunct="1">
              <a:defRPr sz="2700" kern="1200">
                <a:solidFill>
                  <a:schemeClr val="tx1"/>
                </a:solidFill>
                <a:latin typeface="+mn-lt"/>
                <a:ea typeface="+mn-ea"/>
                <a:cs typeface="+mn-cs"/>
              </a:defRPr>
            </a:lvl8pPr>
            <a:lvl9pPr marL="5485851" algn="l" defTabSz="1371463" rtl="0" eaLnBrk="1" latinLnBrk="0" hangingPunct="1">
              <a:defRPr sz="2700" kern="1200">
                <a:solidFill>
                  <a:schemeClr val="tx1"/>
                </a:solidFill>
                <a:latin typeface="+mn-lt"/>
                <a:ea typeface="+mn-ea"/>
                <a:cs typeface="+mn-cs"/>
              </a:defRPr>
            </a:lvl9pPr>
          </a:lstStyle>
          <a:p>
            <a:pPr algn="ctr"/>
            <a:endParaRPr lang="en-US" sz="1350">
              <a:solidFill>
                <a:schemeClr val="lt1"/>
              </a:solidFill>
            </a:endParaRPr>
          </a:p>
        </p:txBody>
      </p:sp>
      <p:sp>
        <p:nvSpPr>
          <p:cNvPr id="7" name="Oval 6">
            <a:extLst>
              <a:ext uri="{FF2B5EF4-FFF2-40B4-BE49-F238E27FC236}">
                <a16:creationId xmlns:a16="http://schemas.microsoft.com/office/drawing/2014/main" id="{FAD61D27-AAA6-9C1A-3973-1687DA82CEC3}"/>
              </a:ext>
            </a:extLst>
          </p:cNvPr>
          <p:cNvSpPr/>
          <p:nvPr/>
        </p:nvSpPr>
        <p:spPr>
          <a:xfrm>
            <a:off x="7760494" y="445140"/>
            <a:ext cx="380017" cy="380017"/>
          </a:xfrm>
          <a:prstGeom prst="ellipse">
            <a:avLst/>
          </a:prstGeom>
          <a:gradFill>
            <a:gsLst>
              <a:gs pos="0">
                <a:schemeClr val="accent5"/>
              </a:gs>
              <a:gs pos="100000">
                <a:schemeClr val="accent6"/>
              </a:gs>
            </a:gsLst>
            <a:lin ang="18600000" scaled="0"/>
          </a:gradFill>
          <a:ln w="38100">
            <a:noFill/>
          </a:ln>
          <a:effectLst>
            <a:outerShdw blurRad="381000" dist="254000" dir="4800000" sx="90000" sy="9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defPPr>
              <a:defRPr lang="uk-UA"/>
            </a:defPPr>
            <a:lvl1pPr marL="0" algn="l" defTabSz="1371463" rtl="0" eaLnBrk="1" latinLnBrk="0" hangingPunct="1">
              <a:defRPr sz="2700" kern="1200">
                <a:solidFill>
                  <a:schemeClr val="tx1"/>
                </a:solidFill>
                <a:latin typeface="+mn-lt"/>
                <a:ea typeface="+mn-ea"/>
                <a:cs typeface="+mn-cs"/>
              </a:defRPr>
            </a:lvl1pPr>
            <a:lvl2pPr marL="685731" algn="l" defTabSz="1371463" rtl="0" eaLnBrk="1" latinLnBrk="0" hangingPunct="1">
              <a:defRPr sz="2700" kern="1200">
                <a:solidFill>
                  <a:schemeClr val="tx1"/>
                </a:solidFill>
                <a:latin typeface="+mn-lt"/>
                <a:ea typeface="+mn-ea"/>
                <a:cs typeface="+mn-cs"/>
              </a:defRPr>
            </a:lvl2pPr>
            <a:lvl3pPr marL="1371463" algn="l" defTabSz="1371463" rtl="0" eaLnBrk="1" latinLnBrk="0" hangingPunct="1">
              <a:defRPr sz="2700" kern="1200">
                <a:solidFill>
                  <a:schemeClr val="tx1"/>
                </a:solidFill>
                <a:latin typeface="+mn-lt"/>
                <a:ea typeface="+mn-ea"/>
                <a:cs typeface="+mn-cs"/>
              </a:defRPr>
            </a:lvl3pPr>
            <a:lvl4pPr marL="2057194" algn="l" defTabSz="1371463" rtl="0" eaLnBrk="1" latinLnBrk="0" hangingPunct="1">
              <a:defRPr sz="2700" kern="1200">
                <a:solidFill>
                  <a:schemeClr val="tx1"/>
                </a:solidFill>
                <a:latin typeface="+mn-lt"/>
                <a:ea typeface="+mn-ea"/>
                <a:cs typeface="+mn-cs"/>
              </a:defRPr>
            </a:lvl4pPr>
            <a:lvl5pPr marL="2742926" algn="l" defTabSz="1371463" rtl="0" eaLnBrk="1" latinLnBrk="0" hangingPunct="1">
              <a:defRPr sz="2700" kern="1200">
                <a:solidFill>
                  <a:schemeClr val="tx1"/>
                </a:solidFill>
                <a:latin typeface="+mn-lt"/>
                <a:ea typeface="+mn-ea"/>
                <a:cs typeface="+mn-cs"/>
              </a:defRPr>
            </a:lvl5pPr>
            <a:lvl6pPr marL="3428657" algn="l" defTabSz="1371463" rtl="0" eaLnBrk="1" latinLnBrk="0" hangingPunct="1">
              <a:defRPr sz="2700" kern="1200">
                <a:solidFill>
                  <a:schemeClr val="tx1"/>
                </a:solidFill>
                <a:latin typeface="+mn-lt"/>
                <a:ea typeface="+mn-ea"/>
                <a:cs typeface="+mn-cs"/>
              </a:defRPr>
            </a:lvl6pPr>
            <a:lvl7pPr marL="4114389" algn="l" defTabSz="1371463" rtl="0" eaLnBrk="1" latinLnBrk="0" hangingPunct="1">
              <a:defRPr sz="2700" kern="1200">
                <a:solidFill>
                  <a:schemeClr val="tx1"/>
                </a:solidFill>
                <a:latin typeface="+mn-lt"/>
                <a:ea typeface="+mn-ea"/>
                <a:cs typeface="+mn-cs"/>
              </a:defRPr>
            </a:lvl7pPr>
            <a:lvl8pPr marL="4800120" algn="l" defTabSz="1371463" rtl="0" eaLnBrk="1" latinLnBrk="0" hangingPunct="1">
              <a:defRPr sz="2700" kern="1200">
                <a:solidFill>
                  <a:schemeClr val="tx1"/>
                </a:solidFill>
                <a:latin typeface="+mn-lt"/>
                <a:ea typeface="+mn-ea"/>
                <a:cs typeface="+mn-cs"/>
              </a:defRPr>
            </a:lvl8pPr>
            <a:lvl9pPr marL="5485851" algn="l" defTabSz="1371463" rtl="0" eaLnBrk="1" latinLnBrk="0" hangingPunct="1">
              <a:defRPr sz="2700" kern="1200">
                <a:solidFill>
                  <a:schemeClr val="tx1"/>
                </a:solidFill>
                <a:latin typeface="+mn-lt"/>
                <a:ea typeface="+mn-ea"/>
                <a:cs typeface="+mn-cs"/>
              </a:defRPr>
            </a:lvl9pPr>
          </a:lstStyle>
          <a:p>
            <a:pPr algn="ctr"/>
            <a:endParaRPr lang="en-US" sz="1400"/>
          </a:p>
        </p:txBody>
      </p:sp>
      <p:pic>
        <p:nvPicPr>
          <p:cNvPr id="8" name="Graphic 7" descr="Rocket with solid fill">
            <a:extLst>
              <a:ext uri="{FF2B5EF4-FFF2-40B4-BE49-F238E27FC236}">
                <a16:creationId xmlns:a16="http://schemas.microsoft.com/office/drawing/2014/main" id="{15FB50B3-5A7B-CF5F-FD65-5B3A5E4FC09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7842861" y="527507"/>
            <a:ext cx="215282" cy="215282"/>
          </a:xfrm>
          <a:prstGeom prst="rect">
            <a:avLst/>
          </a:prstGeom>
        </p:spPr>
      </p:pic>
      <p:sp>
        <p:nvSpPr>
          <p:cNvPr id="10" name="Oval 9">
            <a:extLst>
              <a:ext uri="{FF2B5EF4-FFF2-40B4-BE49-F238E27FC236}">
                <a16:creationId xmlns:a16="http://schemas.microsoft.com/office/drawing/2014/main" id="{44316D02-5B0C-9246-45B6-A11B04C3A59F}"/>
              </a:ext>
            </a:extLst>
          </p:cNvPr>
          <p:cNvSpPr/>
          <p:nvPr/>
        </p:nvSpPr>
        <p:spPr>
          <a:xfrm>
            <a:off x="4763026" y="4042307"/>
            <a:ext cx="520410" cy="520410"/>
          </a:xfrm>
          <a:prstGeom prst="ellipse">
            <a:avLst/>
          </a:prstGeom>
          <a:gradFill>
            <a:gsLst>
              <a:gs pos="0">
                <a:schemeClr val="accent4">
                  <a:lumMod val="50000"/>
                </a:schemeClr>
              </a:gs>
              <a:gs pos="100000">
                <a:schemeClr val="accent3"/>
              </a:gs>
            </a:gsLst>
            <a:lin ang="18600000" scaled="0"/>
          </a:gradFill>
          <a:ln w="38100">
            <a:noFill/>
          </a:ln>
          <a:effectLst>
            <a:outerShdw blurRad="381000" dist="254000" dir="4800000" sx="90000" sy="9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defPPr>
              <a:defRPr lang="uk-UA"/>
            </a:defPPr>
            <a:lvl1pPr marL="0" algn="l" defTabSz="1371463" rtl="0" eaLnBrk="1" latinLnBrk="0" hangingPunct="1">
              <a:defRPr sz="2700" kern="1200">
                <a:solidFill>
                  <a:schemeClr val="tx1"/>
                </a:solidFill>
                <a:latin typeface="+mn-lt"/>
                <a:ea typeface="+mn-ea"/>
                <a:cs typeface="+mn-cs"/>
              </a:defRPr>
            </a:lvl1pPr>
            <a:lvl2pPr marL="685731" algn="l" defTabSz="1371463" rtl="0" eaLnBrk="1" latinLnBrk="0" hangingPunct="1">
              <a:defRPr sz="2700" kern="1200">
                <a:solidFill>
                  <a:schemeClr val="tx1"/>
                </a:solidFill>
                <a:latin typeface="+mn-lt"/>
                <a:ea typeface="+mn-ea"/>
                <a:cs typeface="+mn-cs"/>
              </a:defRPr>
            </a:lvl2pPr>
            <a:lvl3pPr marL="1371463" algn="l" defTabSz="1371463" rtl="0" eaLnBrk="1" latinLnBrk="0" hangingPunct="1">
              <a:defRPr sz="2700" kern="1200">
                <a:solidFill>
                  <a:schemeClr val="tx1"/>
                </a:solidFill>
                <a:latin typeface="+mn-lt"/>
                <a:ea typeface="+mn-ea"/>
                <a:cs typeface="+mn-cs"/>
              </a:defRPr>
            </a:lvl3pPr>
            <a:lvl4pPr marL="2057194" algn="l" defTabSz="1371463" rtl="0" eaLnBrk="1" latinLnBrk="0" hangingPunct="1">
              <a:defRPr sz="2700" kern="1200">
                <a:solidFill>
                  <a:schemeClr val="tx1"/>
                </a:solidFill>
                <a:latin typeface="+mn-lt"/>
                <a:ea typeface="+mn-ea"/>
                <a:cs typeface="+mn-cs"/>
              </a:defRPr>
            </a:lvl4pPr>
            <a:lvl5pPr marL="2742926" algn="l" defTabSz="1371463" rtl="0" eaLnBrk="1" latinLnBrk="0" hangingPunct="1">
              <a:defRPr sz="2700" kern="1200">
                <a:solidFill>
                  <a:schemeClr val="tx1"/>
                </a:solidFill>
                <a:latin typeface="+mn-lt"/>
                <a:ea typeface="+mn-ea"/>
                <a:cs typeface="+mn-cs"/>
              </a:defRPr>
            </a:lvl5pPr>
            <a:lvl6pPr marL="3428657" algn="l" defTabSz="1371463" rtl="0" eaLnBrk="1" latinLnBrk="0" hangingPunct="1">
              <a:defRPr sz="2700" kern="1200">
                <a:solidFill>
                  <a:schemeClr val="tx1"/>
                </a:solidFill>
                <a:latin typeface="+mn-lt"/>
                <a:ea typeface="+mn-ea"/>
                <a:cs typeface="+mn-cs"/>
              </a:defRPr>
            </a:lvl6pPr>
            <a:lvl7pPr marL="4114389" algn="l" defTabSz="1371463" rtl="0" eaLnBrk="1" latinLnBrk="0" hangingPunct="1">
              <a:defRPr sz="2700" kern="1200">
                <a:solidFill>
                  <a:schemeClr val="tx1"/>
                </a:solidFill>
                <a:latin typeface="+mn-lt"/>
                <a:ea typeface="+mn-ea"/>
                <a:cs typeface="+mn-cs"/>
              </a:defRPr>
            </a:lvl7pPr>
            <a:lvl8pPr marL="4800120" algn="l" defTabSz="1371463" rtl="0" eaLnBrk="1" latinLnBrk="0" hangingPunct="1">
              <a:defRPr sz="2700" kern="1200">
                <a:solidFill>
                  <a:schemeClr val="tx1"/>
                </a:solidFill>
                <a:latin typeface="+mn-lt"/>
                <a:ea typeface="+mn-ea"/>
                <a:cs typeface="+mn-cs"/>
              </a:defRPr>
            </a:lvl8pPr>
            <a:lvl9pPr marL="5485851" algn="l" defTabSz="1371463" rtl="0" eaLnBrk="1" latinLnBrk="0" hangingPunct="1">
              <a:defRPr sz="2700" kern="1200">
                <a:solidFill>
                  <a:schemeClr val="tx1"/>
                </a:solidFill>
                <a:latin typeface="+mn-lt"/>
                <a:ea typeface="+mn-ea"/>
                <a:cs typeface="+mn-cs"/>
              </a:defRPr>
            </a:lvl9pPr>
          </a:lstStyle>
          <a:p>
            <a:pPr algn="ctr"/>
            <a:endParaRPr lang="en-US" sz="1400"/>
          </a:p>
        </p:txBody>
      </p:sp>
      <p:pic>
        <p:nvPicPr>
          <p:cNvPr id="11" name="Graphic 10" descr="Astronaut male with solid fill">
            <a:extLst>
              <a:ext uri="{FF2B5EF4-FFF2-40B4-BE49-F238E27FC236}">
                <a16:creationId xmlns:a16="http://schemas.microsoft.com/office/drawing/2014/main" id="{4E2C5BAC-74FB-F984-8CF8-EBC024643F58}"/>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875824" y="4155105"/>
            <a:ext cx="294815" cy="294815"/>
          </a:xfrm>
          <a:prstGeom prst="rect">
            <a:avLst/>
          </a:prstGeom>
        </p:spPr>
      </p:pic>
      <p:sp>
        <p:nvSpPr>
          <p:cNvPr id="4" name="Title 3">
            <a:extLst>
              <a:ext uri="{FF2B5EF4-FFF2-40B4-BE49-F238E27FC236}">
                <a16:creationId xmlns:a16="http://schemas.microsoft.com/office/drawing/2014/main" id="{7AEDB7C3-C3CB-287B-1DDA-27916DE43548}"/>
              </a:ext>
            </a:extLst>
          </p:cNvPr>
          <p:cNvSpPr>
            <a:spLocks noGrp="1"/>
          </p:cNvSpPr>
          <p:nvPr>
            <p:ph type="title"/>
          </p:nvPr>
        </p:nvSpPr>
        <p:spPr/>
        <p:txBody>
          <a:bodyPr/>
          <a:lstStyle>
            <a:defPPr>
              <a:defRPr lang="uk-UA"/>
            </a:defPPr>
            <a:lvl1pPr marL="0" algn="l" defTabSz="1371463" rtl="0" eaLnBrk="1" latinLnBrk="0" hangingPunct="1">
              <a:defRPr sz="2700" kern="1200">
                <a:solidFill>
                  <a:schemeClr val="tx1"/>
                </a:solidFill>
                <a:latin typeface="+mn-lt"/>
                <a:ea typeface="+mn-ea"/>
                <a:cs typeface="+mn-cs"/>
              </a:defRPr>
            </a:lvl1pPr>
            <a:lvl2pPr marL="685731" algn="l" defTabSz="1371463" rtl="0" eaLnBrk="1" latinLnBrk="0" hangingPunct="1">
              <a:defRPr sz="2700" kern="1200">
                <a:solidFill>
                  <a:schemeClr val="tx1"/>
                </a:solidFill>
                <a:latin typeface="+mn-lt"/>
                <a:ea typeface="+mn-ea"/>
                <a:cs typeface="+mn-cs"/>
              </a:defRPr>
            </a:lvl2pPr>
            <a:lvl3pPr marL="1371463" algn="l" defTabSz="1371463" rtl="0" eaLnBrk="1" latinLnBrk="0" hangingPunct="1">
              <a:defRPr sz="2700" kern="1200">
                <a:solidFill>
                  <a:schemeClr val="tx1"/>
                </a:solidFill>
                <a:latin typeface="+mn-lt"/>
                <a:ea typeface="+mn-ea"/>
                <a:cs typeface="+mn-cs"/>
              </a:defRPr>
            </a:lvl3pPr>
            <a:lvl4pPr marL="2057194" algn="l" defTabSz="1371463" rtl="0" eaLnBrk="1" latinLnBrk="0" hangingPunct="1">
              <a:defRPr sz="2700" kern="1200">
                <a:solidFill>
                  <a:schemeClr val="tx1"/>
                </a:solidFill>
                <a:latin typeface="+mn-lt"/>
                <a:ea typeface="+mn-ea"/>
                <a:cs typeface="+mn-cs"/>
              </a:defRPr>
            </a:lvl4pPr>
            <a:lvl5pPr marL="2742926" algn="l" defTabSz="1371463" rtl="0" eaLnBrk="1" latinLnBrk="0" hangingPunct="1">
              <a:defRPr sz="2700" kern="1200">
                <a:solidFill>
                  <a:schemeClr val="tx1"/>
                </a:solidFill>
                <a:latin typeface="+mn-lt"/>
                <a:ea typeface="+mn-ea"/>
                <a:cs typeface="+mn-cs"/>
              </a:defRPr>
            </a:lvl5pPr>
            <a:lvl6pPr marL="3428657" algn="l" defTabSz="1371463" rtl="0" eaLnBrk="1" latinLnBrk="0" hangingPunct="1">
              <a:defRPr sz="2700" kern="1200">
                <a:solidFill>
                  <a:schemeClr val="tx1"/>
                </a:solidFill>
                <a:latin typeface="+mn-lt"/>
                <a:ea typeface="+mn-ea"/>
                <a:cs typeface="+mn-cs"/>
              </a:defRPr>
            </a:lvl6pPr>
            <a:lvl7pPr marL="4114389" algn="l" defTabSz="1371463" rtl="0" eaLnBrk="1" latinLnBrk="0" hangingPunct="1">
              <a:defRPr sz="2700" kern="1200">
                <a:solidFill>
                  <a:schemeClr val="tx1"/>
                </a:solidFill>
                <a:latin typeface="+mn-lt"/>
                <a:ea typeface="+mn-ea"/>
                <a:cs typeface="+mn-cs"/>
              </a:defRPr>
            </a:lvl7pPr>
            <a:lvl8pPr marL="4800120" algn="l" defTabSz="1371463" rtl="0" eaLnBrk="1" latinLnBrk="0" hangingPunct="1">
              <a:defRPr sz="2700" kern="1200">
                <a:solidFill>
                  <a:schemeClr val="tx1"/>
                </a:solidFill>
                <a:latin typeface="+mn-lt"/>
                <a:ea typeface="+mn-ea"/>
                <a:cs typeface="+mn-cs"/>
              </a:defRPr>
            </a:lvl8pPr>
            <a:lvl9pPr marL="5485851" algn="l" defTabSz="1371463" rtl="0" eaLnBrk="1" latinLnBrk="0" hangingPunct="1">
              <a:defRPr sz="2700" kern="1200">
                <a:solidFill>
                  <a:schemeClr val="tx1"/>
                </a:solidFill>
                <a:latin typeface="+mn-lt"/>
                <a:ea typeface="+mn-ea"/>
                <a:cs typeface="+mn-cs"/>
              </a:defRPr>
            </a:lvl9pPr>
          </a:lstStyle>
          <a:p>
            <a:r>
              <a:rPr lang="en-US" sz="3300" dirty="0">
                <a:solidFill>
                  <a:schemeClr val="bg1"/>
                </a:solidFill>
                <a:latin typeface="Segoe UI Semibold" panose="020B0702040204020203" pitchFamily="34" charset="0"/>
                <a:cs typeface="Segoe UI Semibold" panose="020B0702040204020203" pitchFamily="34" charset="0"/>
              </a:rPr>
              <a:t>How to Win The Cloudforce-Microsoft Track</a:t>
            </a:r>
            <a:endParaRPr lang="en-US" sz="3300" dirty="0">
              <a:solidFill>
                <a:schemeClr val="bg1"/>
              </a:solidFill>
            </a:endParaRPr>
          </a:p>
        </p:txBody>
      </p:sp>
      <p:sp>
        <p:nvSpPr>
          <p:cNvPr id="6" name="Title 3">
            <a:extLst>
              <a:ext uri="{FF2B5EF4-FFF2-40B4-BE49-F238E27FC236}">
                <a16:creationId xmlns:a16="http://schemas.microsoft.com/office/drawing/2014/main" id="{7BC404BD-162C-BA8E-0D16-FD584DD73C2B}"/>
              </a:ext>
            </a:extLst>
          </p:cNvPr>
          <p:cNvSpPr txBox="1">
            <a:spLocks/>
          </p:cNvSpPr>
          <p:nvPr/>
        </p:nvSpPr>
        <p:spPr>
          <a:xfrm>
            <a:off x="1061883" y="4387360"/>
            <a:ext cx="3701143" cy="350717"/>
          </a:xfrm>
          <a:prstGeom prst="rect">
            <a:avLst/>
          </a:prstGeom>
        </p:spPr>
        <p:txBody>
          <a:bodyPr anchor="ctr"/>
          <a:lstStyle>
            <a:defPPr>
              <a:defRPr lang="uk-UA"/>
            </a:defPPr>
            <a:lvl1pPr marL="0" algn="l" defTabSz="1371463" rtl="0" eaLnBrk="1" latinLnBrk="0" hangingPunct="1">
              <a:defRPr sz="2700" kern="1200">
                <a:solidFill>
                  <a:schemeClr val="tx1"/>
                </a:solidFill>
                <a:latin typeface="+mn-lt"/>
                <a:ea typeface="+mn-ea"/>
                <a:cs typeface="+mn-cs"/>
              </a:defRPr>
            </a:lvl1pPr>
            <a:lvl2pPr marL="685731" algn="l" defTabSz="1371463" rtl="0" eaLnBrk="1" latinLnBrk="0" hangingPunct="1">
              <a:defRPr sz="2700" kern="1200">
                <a:solidFill>
                  <a:schemeClr val="tx1"/>
                </a:solidFill>
                <a:latin typeface="+mn-lt"/>
                <a:ea typeface="+mn-ea"/>
                <a:cs typeface="+mn-cs"/>
              </a:defRPr>
            </a:lvl2pPr>
            <a:lvl3pPr marL="1371463" algn="l" defTabSz="1371463" rtl="0" eaLnBrk="1" latinLnBrk="0" hangingPunct="1">
              <a:defRPr sz="2700" kern="1200">
                <a:solidFill>
                  <a:schemeClr val="tx1"/>
                </a:solidFill>
                <a:latin typeface="+mn-lt"/>
                <a:ea typeface="+mn-ea"/>
                <a:cs typeface="+mn-cs"/>
              </a:defRPr>
            </a:lvl3pPr>
            <a:lvl4pPr marL="2057194" algn="l" defTabSz="1371463" rtl="0" eaLnBrk="1" latinLnBrk="0" hangingPunct="1">
              <a:defRPr sz="2700" kern="1200">
                <a:solidFill>
                  <a:schemeClr val="tx1"/>
                </a:solidFill>
                <a:latin typeface="+mn-lt"/>
                <a:ea typeface="+mn-ea"/>
                <a:cs typeface="+mn-cs"/>
              </a:defRPr>
            </a:lvl4pPr>
            <a:lvl5pPr marL="2742926" algn="l" defTabSz="1371463" rtl="0" eaLnBrk="1" latinLnBrk="0" hangingPunct="1">
              <a:defRPr sz="2700" kern="1200">
                <a:solidFill>
                  <a:schemeClr val="tx1"/>
                </a:solidFill>
                <a:latin typeface="+mn-lt"/>
                <a:ea typeface="+mn-ea"/>
                <a:cs typeface="+mn-cs"/>
              </a:defRPr>
            </a:lvl5pPr>
            <a:lvl6pPr marL="3428657" algn="l" defTabSz="1371463" rtl="0" eaLnBrk="1" latinLnBrk="0" hangingPunct="1">
              <a:defRPr sz="2700" kern="1200">
                <a:solidFill>
                  <a:schemeClr val="tx1"/>
                </a:solidFill>
                <a:latin typeface="+mn-lt"/>
                <a:ea typeface="+mn-ea"/>
                <a:cs typeface="+mn-cs"/>
              </a:defRPr>
            </a:lvl6pPr>
            <a:lvl7pPr marL="4114389" algn="l" defTabSz="1371463" rtl="0" eaLnBrk="1" latinLnBrk="0" hangingPunct="1">
              <a:defRPr sz="2700" kern="1200">
                <a:solidFill>
                  <a:schemeClr val="tx1"/>
                </a:solidFill>
                <a:latin typeface="+mn-lt"/>
                <a:ea typeface="+mn-ea"/>
                <a:cs typeface="+mn-cs"/>
              </a:defRPr>
            </a:lvl7pPr>
            <a:lvl8pPr marL="4800120" algn="l" defTabSz="1371463" rtl="0" eaLnBrk="1" latinLnBrk="0" hangingPunct="1">
              <a:defRPr sz="2700" kern="1200">
                <a:solidFill>
                  <a:schemeClr val="tx1"/>
                </a:solidFill>
                <a:latin typeface="+mn-lt"/>
                <a:ea typeface="+mn-ea"/>
                <a:cs typeface="+mn-cs"/>
              </a:defRPr>
            </a:lvl8pPr>
            <a:lvl9pPr marL="5485851" algn="l" defTabSz="1371463" rtl="0" eaLnBrk="1" latinLnBrk="0" hangingPunct="1">
              <a:defRPr sz="2700" kern="1200">
                <a:solidFill>
                  <a:schemeClr val="tx1"/>
                </a:solidFill>
                <a:latin typeface="+mn-lt"/>
                <a:ea typeface="+mn-ea"/>
                <a:cs typeface="+mn-cs"/>
              </a:defRPr>
            </a:lvl9pPr>
          </a:lstStyle>
          <a:p>
            <a:pPr>
              <a:lnSpc>
                <a:spcPct val="100000"/>
              </a:lnSpc>
            </a:pPr>
            <a:r>
              <a:rPr lang="en-US" sz="2000" dirty="0">
                <a:solidFill>
                  <a:schemeClr val="accent1"/>
                </a:solidFill>
                <a:latin typeface="Segoe UI" panose="020B0502040204020203" pitchFamily="34" charset="0"/>
                <a:cs typeface="Segoe UI" panose="020B0502040204020203" pitchFamily="34" charset="0"/>
              </a:rPr>
              <a:t>February 13, 2026</a:t>
            </a:r>
          </a:p>
        </p:txBody>
      </p:sp>
      <p:pic>
        <p:nvPicPr>
          <p:cNvPr id="18" name="Picture Placeholder 17">
            <a:extLst>
              <a:ext uri="{FF2B5EF4-FFF2-40B4-BE49-F238E27FC236}">
                <a16:creationId xmlns:a16="http://schemas.microsoft.com/office/drawing/2014/main" id="{BDDAD2F9-AA55-848C-6AFA-2BEAE7BB956F}"/>
              </a:ext>
            </a:extLst>
          </p:cNvPr>
          <p:cNvPicPr>
            <a:picLocks noGrp="1" noChangeAspect="1"/>
          </p:cNvPicPr>
          <p:nvPr>
            <p:ph type="pic" sz="quarter" idx="13"/>
          </p:nvPr>
        </p:nvPicPr>
        <p:blipFill>
          <a:blip r:embed="rId7" cstate="screen">
            <a:extLst>
              <a:ext uri="{28A0092B-C50C-407E-A947-70E740481C1C}">
                <a14:useLocalDpi xmlns:a14="http://schemas.microsoft.com/office/drawing/2010/main" val="0"/>
              </a:ext>
            </a:extLst>
          </a:blip>
          <a:srcRect/>
          <a:stretch/>
        </p:blipFill>
        <p:spPr/>
      </p:pic>
      <p:pic>
        <p:nvPicPr>
          <p:cNvPr id="3" name="Picture 2" descr="Microsoft Windows 10 White Logo">
            <a:extLst>
              <a:ext uri="{FF2B5EF4-FFF2-40B4-BE49-F238E27FC236}">
                <a16:creationId xmlns:a16="http://schemas.microsoft.com/office/drawing/2014/main" id="{0AFACB48-9C4E-1778-9DFB-9D59F203ADD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77200" y="4743450"/>
            <a:ext cx="952500" cy="350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62296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73333">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73333">
                                          <p:cBhvr additive="base">
                                            <p:cTn id="7" dur="1500" fill="hold"/>
                                            <p:tgtEl>
                                              <p:spTgt spid="2"/>
                                            </p:tgtEl>
                                            <p:attrNameLst>
                                              <p:attrName>ppt_x</p:attrName>
                                            </p:attrNameLst>
                                          </p:cBhvr>
                                          <p:tavLst>
                                            <p:tav tm="0">
                                              <p:val>
                                                <p:strVal val="1+#ppt_w/2"/>
                                              </p:val>
                                            </p:tav>
                                            <p:tav tm="100000">
                                              <p:val>
                                                <p:strVal val="#ppt_x"/>
                                              </p:val>
                                            </p:tav>
                                          </p:tavLst>
                                        </p:anim>
                                        <p:anim calcmode="lin" valueType="num" p14:bounceEnd="73333">
                                          <p:cBhvr additive="base">
                                            <p:cTn id="8" dur="1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73333">
                                      <p:stCondLst>
                                        <p:cond delay="200"/>
                                      </p:stCondLst>
                                      <p:childTnLst>
                                        <p:set>
                                          <p:cBhvr>
                                            <p:cTn id="10" dur="1" fill="hold">
                                              <p:stCondLst>
                                                <p:cond delay="0"/>
                                              </p:stCondLst>
                                            </p:cTn>
                                            <p:tgtEl>
                                              <p:spTgt spid="7"/>
                                            </p:tgtEl>
                                            <p:attrNameLst>
                                              <p:attrName>style.visibility</p:attrName>
                                            </p:attrNameLst>
                                          </p:cBhvr>
                                          <p:to>
                                            <p:strVal val="visible"/>
                                          </p:to>
                                        </p:set>
                                        <p:anim calcmode="lin" valueType="num" p14:bounceEnd="73333">
                                          <p:cBhvr additive="base">
                                            <p:cTn id="11" dur="1500" fill="hold"/>
                                            <p:tgtEl>
                                              <p:spTgt spid="7"/>
                                            </p:tgtEl>
                                            <p:attrNameLst>
                                              <p:attrName>ppt_x</p:attrName>
                                            </p:attrNameLst>
                                          </p:cBhvr>
                                          <p:tavLst>
                                            <p:tav tm="0">
                                              <p:val>
                                                <p:strVal val="1+#ppt_w/2"/>
                                              </p:val>
                                            </p:tav>
                                            <p:tav tm="100000">
                                              <p:val>
                                                <p:strVal val="#ppt_x"/>
                                              </p:val>
                                            </p:tav>
                                          </p:tavLst>
                                        </p:anim>
                                        <p:anim calcmode="lin" valueType="num" p14:bounceEnd="73333">
                                          <p:cBhvr additive="base">
                                            <p:cTn id="12" dur="1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14:presetBounceEnd="73333">
                                      <p:stCondLst>
                                        <p:cond delay="300"/>
                                      </p:stCondLst>
                                      <p:childTnLst>
                                        <p:set>
                                          <p:cBhvr>
                                            <p:cTn id="14" dur="1" fill="hold">
                                              <p:stCondLst>
                                                <p:cond delay="0"/>
                                              </p:stCondLst>
                                            </p:cTn>
                                            <p:tgtEl>
                                              <p:spTgt spid="8"/>
                                            </p:tgtEl>
                                            <p:attrNameLst>
                                              <p:attrName>style.visibility</p:attrName>
                                            </p:attrNameLst>
                                          </p:cBhvr>
                                          <p:to>
                                            <p:strVal val="visible"/>
                                          </p:to>
                                        </p:set>
                                        <p:anim calcmode="lin" valueType="num" p14:bounceEnd="73333">
                                          <p:cBhvr additive="base">
                                            <p:cTn id="15" dur="1500" fill="hold"/>
                                            <p:tgtEl>
                                              <p:spTgt spid="8"/>
                                            </p:tgtEl>
                                            <p:attrNameLst>
                                              <p:attrName>ppt_x</p:attrName>
                                            </p:attrNameLst>
                                          </p:cBhvr>
                                          <p:tavLst>
                                            <p:tav tm="0">
                                              <p:val>
                                                <p:strVal val="1+#ppt_w/2"/>
                                              </p:val>
                                            </p:tav>
                                            <p:tav tm="100000">
                                              <p:val>
                                                <p:strVal val="#ppt_x"/>
                                              </p:val>
                                            </p:tav>
                                          </p:tavLst>
                                        </p:anim>
                                        <p:anim calcmode="lin" valueType="num" p14:bounceEnd="73333">
                                          <p:cBhvr additive="base">
                                            <p:cTn id="16" dur="1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4" fill="hold" grpId="0" nodeType="withEffect" p14:presetBounceEnd="73333">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14:bounceEnd="73333">
                                          <p:cBhvr additive="base">
                                            <p:cTn id="19" dur="1500" fill="hold"/>
                                            <p:tgtEl>
                                              <p:spTgt spid="6"/>
                                            </p:tgtEl>
                                            <p:attrNameLst>
                                              <p:attrName>ppt_x</p:attrName>
                                            </p:attrNameLst>
                                          </p:cBhvr>
                                          <p:tavLst>
                                            <p:tav tm="0">
                                              <p:val>
                                                <p:strVal val="#ppt_x"/>
                                              </p:val>
                                            </p:tav>
                                            <p:tav tm="100000">
                                              <p:val>
                                                <p:strVal val="#ppt_x"/>
                                              </p:val>
                                            </p:tav>
                                          </p:tavLst>
                                        </p:anim>
                                        <p:anim calcmode="lin" valueType="num" p14:bounceEnd="73333">
                                          <p:cBhvr additive="base">
                                            <p:cTn id="20" dur="1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73333">
                                      <p:stCondLst>
                                        <p:cond delay="100"/>
                                      </p:stCondLst>
                                      <p:childTnLst>
                                        <p:set>
                                          <p:cBhvr>
                                            <p:cTn id="22" dur="1" fill="hold">
                                              <p:stCondLst>
                                                <p:cond delay="0"/>
                                              </p:stCondLst>
                                            </p:cTn>
                                            <p:tgtEl>
                                              <p:spTgt spid="10"/>
                                            </p:tgtEl>
                                            <p:attrNameLst>
                                              <p:attrName>style.visibility</p:attrName>
                                            </p:attrNameLst>
                                          </p:cBhvr>
                                          <p:to>
                                            <p:strVal val="visible"/>
                                          </p:to>
                                        </p:set>
                                        <p:anim calcmode="lin" valueType="num" p14:bounceEnd="73333">
                                          <p:cBhvr additive="base">
                                            <p:cTn id="23" dur="1500" fill="hold"/>
                                            <p:tgtEl>
                                              <p:spTgt spid="10"/>
                                            </p:tgtEl>
                                            <p:attrNameLst>
                                              <p:attrName>ppt_x</p:attrName>
                                            </p:attrNameLst>
                                          </p:cBhvr>
                                          <p:tavLst>
                                            <p:tav tm="0">
                                              <p:val>
                                                <p:strVal val="#ppt_x"/>
                                              </p:val>
                                            </p:tav>
                                            <p:tav tm="100000">
                                              <p:val>
                                                <p:strVal val="#ppt_x"/>
                                              </p:val>
                                            </p:tav>
                                          </p:tavLst>
                                        </p:anim>
                                        <p:anim calcmode="lin" valueType="num" p14:bounceEnd="73333">
                                          <p:cBhvr additive="base">
                                            <p:cTn id="24" dur="1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14:presetBounceEnd="73333">
                                      <p:stCondLst>
                                        <p:cond delay="200"/>
                                      </p:stCondLst>
                                      <p:childTnLst>
                                        <p:set>
                                          <p:cBhvr>
                                            <p:cTn id="26" dur="1" fill="hold">
                                              <p:stCondLst>
                                                <p:cond delay="0"/>
                                              </p:stCondLst>
                                            </p:cTn>
                                            <p:tgtEl>
                                              <p:spTgt spid="11"/>
                                            </p:tgtEl>
                                            <p:attrNameLst>
                                              <p:attrName>style.visibility</p:attrName>
                                            </p:attrNameLst>
                                          </p:cBhvr>
                                          <p:to>
                                            <p:strVal val="visible"/>
                                          </p:to>
                                        </p:set>
                                        <p:anim calcmode="lin" valueType="num" p14:bounceEnd="73333">
                                          <p:cBhvr additive="base">
                                            <p:cTn id="27" dur="1500" fill="hold"/>
                                            <p:tgtEl>
                                              <p:spTgt spid="11"/>
                                            </p:tgtEl>
                                            <p:attrNameLst>
                                              <p:attrName>ppt_x</p:attrName>
                                            </p:attrNameLst>
                                          </p:cBhvr>
                                          <p:tavLst>
                                            <p:tav tm="0">
                                              <p:val>
                                                <p:strVal val="#ppt_x"/>
                                              </p:val>
                                            </p:tav>
                                            <p:tav tm="100000">
                                              <p:val>
                                                <p:strVal val="#ppt_x"/>
                                              </p:val>
                                            </p:tav>
                                          </p:tavLst>
                                        </p:anim>
                                        <p:anim calcmode="lin" valueType="num" p14:bounceEnd="73333">
                                          <p:cBhvr additive="base">
                                            <p:cTn id="28" dur="1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0" grpId="0" animBg="1"/>
          <p:bldP spid="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500" fill="hold"/>
                                            <p:tgtEl>
                                              <p:spTgt spid="7"/>
                                            </p:tgtEl>
                                            <p:attrNameLst>
                                              <p:attrName>ppt_x</p:attrName>
                                            </p:attrNameLst>
                                          </p:cBhvr>
                                          <p:tavLst>
                                            <p:tav tm="0">
                                              <p:val>
                                                <p:strVal val="1+#ppt_w/2"/>
                                              </p:val>
                                            </p:tav>
                                            <p:tav tm="100000">
                                              <p:val>
                                                <p:strVal val="#ppt_x"/>
                                              </p:val>
                                            </p:tav>
                                          </p:tavLst>
                                        </p:anim>
                                        <p:anim calcmode="lin" valueType="num">
                                          <p:cBhvr additive="base">
                                            <p:cTn id="12" dur="1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3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500" fill="hold"/>
                                            <p:tgtEl>
                                              <p:spTgt spid="8"/>
                                            </p:tgtEl>
                                            <p:attrNameLst>
                                              <p:attrName>ppt_x</p:attrName>
                                            </p:attrNameLst>
                                          </p:cBhvr>
                                          <p:tavLst>
                                            <p:tav tm="0">
                                              <p:val>
                                                <p:strVal val="1+#ppt_w/2"/>
                                              </p:val>
                                            </p:tav>
                                            <p:tav tm="100000">
                                              <p:val>
                                                <p:strVal val="#ppt_x"/>
                                              </p:val>
                                            </p:tav>
                                          </p:tavLst>
                                        </p:anim>
                                        <p:anim calcmode="lin" valueType="num">
                                          <p:cBhvr additive="base">
                                            <p:cTn id="16" dur="1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500" fill="hold"/>
                                            <p:tgtEl>
                                              <p:spTgt spid="6"/>
                                            </p:tgtEl>
                                            <p:attrNameLst>
                                              <p:attrName>ppt_x</p:attrName>
                                            </p:attrNameLst>
                                          </p:cBhvr>
                                          <p:tavLst>
                                            <p:tav tm="0">
                                              <p:val>
                                                <p:strVal val="#ppt_x"/>
                                              </p:val>
                                            </p:tav>
                                            <p:tav tm="100000">
                                              <p:val>
                                                <p:strVal val="#ppt_x"/>
                                              </p:val>
                                            </p:tav>
                                          </p:tavLst>
                                        </p:anim>
                                        <p:anim calcmode="lin" valueType="num">
                                          <p:cBhvr additive="base">
                                            <p:cTn id="20" dur="1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0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500" fill="hold"/>
                                            <p:tgtEl>
                                              <p:spTgt spid="10"/>
                                            </p:tgtEl>
                                            <p:attrNameLst>
                                              <p:attrName>ppt_x</p:attrName>
                                            </p:attrNameLst>
                                          </p:cBhvr>
                                          <p:tavLst>
                                            <p:tav tm="0">
                                              <p:val>
                                                <p:strVal val="#ppt_x"/>
                                              </p:val>
                                            </p:tav>
                                            <p:tav tm="100000">
                                              <p:val>
                                                <p:strVal val="#ppt_x"/>
                                              </p:val>
                                            </p:tav>
                                          </p:tavLst>
                                        </p:anim>
                                        <p:anim calcmode="lin" valueType="num">
                                          <p:cBhvr additive="base">
                                            <p:cTn id="24" dur="1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20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1500" fill="hold"/>
                                            <p:tgtEl>
                                              <p:spTgt spid="11"/>
                                            </p:tgtEl>
                                            <p:attrNameLst>
                                              <p:attrName>ppt_x</p:attrName>
                                            </p:attrNameLst>
                                          </p:cBhvr>
                                          <p:tavLst>
                                            <p:tav tm="0">
                                              <p:val>
                                                <p:strVal val="#ppt_x"/>
                                              </p:val>
                                            </p:tav>
                                            <p:tav tm="100000">
                                              <p:val>
                                                <p:strVal val="#ppt_x"/>
                                              </p:val>
                                            </p:tav>
                                          </p:tavLst>
                                        </p:anim>
                                        <p:anim calcmode="lin" valueType="num">
                                          <p:cBhvr additive="base">
                                            <p:cTn id="28" dur="1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0" grpId="0" animBg="1"/>
          <p:bldP spid="6"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E5DD96A-CD4E-F7E4-CC4D-2408D00DBB4C}"/>
              </a:ext>
              <a:ext uri="{C183D7F6-B498-43B3-948B-1728B52AA6E4}">
                <adec:decorative xmlns:adec="http://schemas.microsoft.com/office/drawing/2017/decorative" val="1"/>
              </a:ext>
            </a:extLst>
          </p:cNvPr>
          <p:cNvPicPr>
            <a:picLocks noChangeAspect="1"/>
          </p:cNvPicPr>
          <p:nvPr/>
        </p:nvPicPr>
        <p:blipFill rotWithShape="1">
          <a:blip r:embed="rId3">
            <a:duotone>
              <a:schemeClr val="bg2">
                <a:shade val="45000"/>
                <a:satMod val="135000"/>
              </a:schemeClr>
              <a:prstClr val="white"/>
            </a:duotone>
            <a:alphaModFix amt="35000"/>
            <a:extLst>
              <a:ext uri="{BEBA8EAE-BF5A-486C-A8C5-ECC9F3942E4B}">
                <a14:imgProps xmlns:a14="http://schemas.microsoft.com/office/drawing/2010/main">
                  <a14:imgLayer r:embed="rId4">
                    <a14:imgEffect>
                      <a14:sharpenSoften amount="-100000"/>
                    </a14:imgEffect>
                  </a14:imgLayer>
                </a14:imgProps>
              </a:ext>
            </a:extLst>
          </a:blip>
          <a:srcRect l="25423" t="26609" r="18476" b="23185"/>
          <a:stretch/>
        </p:blipFill>
        <p:spPr>
          <a:xfrm>
            <a:off x="7204802" y="323324"/>
            <a:ext cx="1834243" cy="3941967"/>
          </a:xfrm>
          <a:prstGeom prst="roundRect">
            <a:avLst>
              <a:gd name="adj" fmla="val 8641"/>
            </a:avLst>
          </a:prstGeom>
          <a:solidFill>
            <a:schemeClr val="bg1"/>
          </a:solidFill>
          <a:ln w="19050">
            <a:solidFill>
              <a:srgbClr val="B482DA"/>
            </a:solidFill>
          </a:ln>
          <a:effectLst>
            <a:outerShdw blurRad="343645" dist="295501" dir="2700000" algn="tl" rotWithShape="0">
              <a:schemeClr val="accent3">
                <a:lumMod val="60000"/>
                <a:lumOff val="40000"/>
                <a:alpha val="16000"/>
              </a:schemeClr>
            </a:outerShdw>
          </a:effectLst>
        </p:spPr>
      </p:pic>
      <p:pic>
        <p:nvPicPr>
          <p:cNvPr id="15" name="Picture 14">
            <a:hlinkClick r:id="rId5"/>
            <a:extLst>
              <a:ext uri="{FF2B5EF4-FFF2-40B4-BE49-F238E27FC236}">
                <a16:creationId xmlns:a16="http://schemas.microsoft.com/office/drawing/2014/main" id="{ABA37763-87BA-7503-1852-918CDD489B15}"/>
              </a:ext>
              <a:ext uri="{C183D7F6-B498-43B3-948B-1728B52AA6E4}">
                <adec:decorative xmlns:adec="http://schemas.microsoft.com/office/drawing/2017/decorative" val="1"/>
              </a:ext>
            </a:extLst>
          </p:cNvPr>
          <p:cNvPicPr>
            <a:picLocks noChangeAspect="1"/>
          </p:cNvPicPr>
          <p:nvPr/>
        </p:nvPicPr>
        <p:blipFill rotWithShape="1">
          <a:blip r:embed="rId3">
            <a:duotone>
              <a:schemeClr val="bg2">
                <a:shade val="45000"/>
                <a:satMod val="135000"/>
              </a:schemeClr>
              <a:prstClr val="white"/>
            </a:duotone>
            <a:alphaModFix amt="35000"/>
            <a:extLst>
              <a:ext uri="{BEBA8EAE-BF5A-486C-A8C5-ECC9F3942E4B}">
                <a14:imgProps xmlns:a14="http://schemas.microsoft.com/office/drawing/2010/main">
                  <a14:imgLayer r:embed="rId4">
                    <a14:imgEffect>
                      <a14:sharpenSoften amount="-100000"/>
                    </a14:imgEffect>
                  </a14:imgLayer>
                </a14:imgProps>
              </a:ext>
            </a:extLst>
          </a:blip>
          <a:srcRect l="25423" t="26609" r="18476" b="23185"/>
          <a:stretch/>
        </p:blipFill>
        <p:spPr>
          <a:xfrm>
            <a:off x="-55208" y="358224"/>
            <a:ext cx="7276507" cy="4681900"/>
          </a:xfrm>
          <a:prstGeom prst="roundRect">
            <a:avLst>
              <a:gd name="adj" fmla="val 8641"/>
            </a:avLst>
          </a:prstGeom>
          <a:solidFill>
            <a:schemeClr val="bg1"/>
          </a:solidFill>
          <a:ln w="19050">
            <a:solidFill>
              <a:srgbClr val="B482DA"/>
            </a:solidFill>
          </a:ln>
          <a:effectLst>
            <a:outerShdw blurRad="343645" dist="295501" dir="2700000" algn="tl" rotWithShape="0">
              <a:schemeClr val="accent3">
                <a:lumMod val="60000"/>
                <a:lumOff val="40000"/>
                <a:alpha val="16000"/>
              </a:schemeClr>
            </a:outerShdw>
          </a:effectLst>
        </p:spPr>
      </p:pic>
      <p:sp>
        <p:nvSpPr>
          <p:cNvPr id="2" name="TextBox 1"/>
          <p:cNvSpPr txBox="1"/>
          <p:nvPr/>
        </p:nvSpPr>
        <p:spPr>
          <a:xfrm>
            <a:off x="1022076" y="438591"/>
            <a:ext cx="4827259" cy="492443"/>
          </a:xfrm>
          <a:prstGeom prst="rect">
            <a:avLst/>
          </a:prstGeom>
        </p:spPr>
        <p:txBody>
          <a:bodyPr lIns="0" tIns="0" rIns="0" bIns="0"/>
          <a:lstStyle>
            <a:defPPr>
              <a:defRPr lang="en-US"/>
            </a:defPPr>
            <a:lvl1pPr indent="0">
              <a:lnSpc>
                <a:spcPct val="100000"/>
              </a:lnSpc>
              <a:spcBef>
                <a:spcPts val="0"/>
              </a:spcBef>
              <a:buFont typeface="Arial" panose="020B0604020202020204" pitchFamily="34" charset="0"/>
              <a:buNone/>
              <a:defRPr sz="3200" b="0" cap="all" spc="50" baseline="0">
                <a:gradFill>
                  <a:gsLst>
                    <a:gs pos="0">
                      <a:schemeClr val="bg1">
                        <a:lumMod val="75000"/>
                      </a:schemeClr>
                    </a:gs>
                    <a:gs pos="100000">
                      <a:srgbClr val="00B0F0">
                        <a:alpha val="63000"/>
                      </a:srgbClr>
                    </a:gs>
                    <a:gs pos="48000">
                      <a:srgbClr val="7030A0">
                        <a:alpha val="74000"/>
                      </a:srgbClr>
                    </a:gs>
                  </a:gsLst>
                  <a:lin ang="2700000" scaled="1"/>
                </a:gradFill>
                <a:latin typeface="+mj-lt"/>
                <a:ea typeface="Roboto" panose="02000000000000000000" pitchFamily="2" charset="0"/>
                <a:cs typeface="Open Sans" panose="020B0606030504020204" pitchFamily="34" charset="0"/>
              </a:defRPr>
            </a:lvl1pPr>
            <a:lvl2pPr marL="514350" indent="-171450">
              <a:lnSpc>
                <a:spcPct val="90000"/>
              </a:lnSpc>
              <a:spcBef>
                <a:spcPts val="375"/>
              </a:spcBef>
              <a:buFont typeface="Arial" panose="020B0604020202020204" pitchFamily="34" charset="0"/>
              <a:buChar char="•"/>
              <a:defRPr sz="1800"/>
            </a:lvl2pPr>
            <a:lvl3pPr marL="857250" indent="-171450">
              <a:lnSpc>
                <a:spcPct val="90000"/>
              </a:lnSpc>
              <a:spcBef>
                <a:spcPts val="375"/>
              </a:spcBef>
              <a:buFont typeface="Arial" panose="020B0604020202020204" pitchFamily="34" charset="0"/>
              <a:buChar char="•"/>
              <a:defRPr sz="1500"/>
            </a:lvl3pPr>
            <a:lvl4pPr marL="1200150" indent="-171450">
              <a:lnSpc>
                <a:spcPct val="90000"/>
              </a:lnSpc>
              <a:spcBef>
                <a:spcPts val="375"/>
              </a:spcBef>
              <a:buFont typeface="Arial" panose="020B0604020202020204" pitchFamily="34" charset="0"/>
              <a:buChar char="•"/>
            </a:lvl4pPr>
            <a:lvl5pPr marL="1543050" indent="-171450">
              <a:lnSpc>
                <a:spcPct val="90000"/>
              </a:lnSpc>
              <a:spcBef>
                <a:spcPts val="375"/>
              </a:spcBef>
              <a:buFont typeface="Arial" panose="020B0604020202020204" pitchFamily="34" charset="0"/>
              <a:buChar char="•"/>
            </a:lvl5pPr>
            <a:lvl6pPr marL="1885950" indent="-171450">
              <a:lnSpc>
                <a:spcPct val="90000"/>
              </a:lnSpc>
              <a:spcBef>
                <a:spcPts val="375"/>
              </a:spcBef>
              <a:buFont typeface="Arial" panose="020B0604020202020204" pitchFamily="34" charset="0"/>
              <a:buChar char="•"/>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algn="ctr"/>
            <a:r>
              <a:rPr lang="en-US" dirty="0"/>
              <a:t>Track Summary</a:t>
            </a:r>
          </a:p>
        </p:txBody>
      </p:sp>
      <p:sp>
        <p:nvSpPr>
          <p:cNvPr id="3" name="TextBox 2"/>
          <p:cNvSpPr txBox="1"/>
          <p:nvPr/>
        </p:nvSpPr>
        <p:spPr>
          <a:xfrm>
            <a:off x="667732" y="1292543"/>
            <a:ext cx="5435918" cy="184666"/>
          </a:xfrm>
          <a:prstGeom prst="rect">
            <a:avLst/>
          </a:prstGeom>
          <a:noFill/>
          <a:ln>
            <a:noFill/>
          </a:ln>
        </p:spPr>
        <p:txBody>
          <a:bodyPr wrap="square" lIns="0" tIns="0" rIns="0" bIns="0" rtlCol="0">
            <a:spAutoFit/>
          </a:bodyPr>
          <a:lstStyle/>
          <a:p>
            <a:r>
              <a:rPr lang="en-US" sz="1200" dirty="0">
                <a:solidFill>
                  <a:schemeClr val="accent1"/>
                </a:solidFill>
              </a:rPr>
              <a:t> </a:t>
            </a:r>
          </a:p>
        </p:txBody>
      </p:sp>
      <p:cxnSp>
        <p:nvCxnSpPr>
          <p:cNvPr id="26" name="Straight Connector 25">
            <a:extLst>
              <a:ext uri="{FF2B5EF4-FFF2-40B4-BE49-F238E27FC236}">
                <a16:creationId xmlns:a16="http://schemas.microsoft.com/office/drawing/2014/main" id="{BCD0E146-0B9A-6D6F-26E3-A4803B50328E}"/>
              </a:ext>
            </a:extLst>
          </p:cNvPr>
          <p:cNvCxnSpPr>
            <a:cxnSpLocks/>
          </p:cNvCxnSpPr>
          <p:nvPr/>
        </p:nvCxnSpPr>
        <p:spPr>
          <a:xfrm flipH="1">
            <a:off x="674907" y="981669"/>
            <a:ext cx="5435918" cy="0"/>
          </a:xfrm>
          <a:prstGeom prst="line">
            <a:avLst/>
          </a:prstGeom>
          <a:ln w="12700" cap="rnd" cmpd="thickThin">
            <a:solidFill>
              <a:srgbClr val="B482DA">
                <a:alpha val="58000"/>
              </a:srgbClr>
            </a:solidFill>
            <a:headEnd type="diamond"/>
            <a:tailEnd type="diamond"/>
          </a:ln>
        </p:spPr>
        <p:style>
          <a:lnRef idx="1">
            <a:schemeClr val="accent3"/>
          </a:lnRef>
          <a:fillRef idx="0">
            <a:schemeClr val="accent3"/>
          </a:fillRef>
          <a:effectRef idx="0">
            <a:schemeClr val="accent3"/>
          </a:effectRef>
          <a:fontRef idx="minor">
            <a:schemeClr val="tx1"/>
          </a:fontRef>
        </p:style>
      </p:cxnSp>
      <p:pic>
        <p:nvPicPr>
          <p:cNvPr id="12" name="Picture 11" descr="A blue logo with a black background&#10;&#10;Description automatically generated">
            <a:extLst>
              <a:ext uri="{FF2B5EF4-FFF2-40B4-BE49-F238E27FC236}">
                <a16:creationId xmlns:a16="http://schemas.microsoft.com/office/drawing/2014/main" id="{830E814F-6F67-FE9D-87AE-1FD2D33EC716}"/>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860302" y="1802275"/>
            <a:ext cx="643231" cy="643231"/>
          </a:xfrm>
          <a:prstGeom prst="rect">
            <a:avLst/>
          </a:prstGeom>
        </p:spPr>
      </p:pic>
      <p:pic>
        <p:nvPicPr>
          <p:cNvPr id="20" name="Picture 19" descr="A logo with a logo on it">
            <a:extLst>
              <a:ext uri="{FF2B5EF4-FFF2-40B4-BE49-F238E27FC236}">
                <a16:creationId xmlns:a16="http://schemas.microsoft.com/office/drawing/2014/main" id="{05EA7A76-F25B-12AB-ECD6-09B33BFFD419}"/>
              </a:ext>
            </a:extLst>
          </p:cNvPr>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0"/>
              </a:ext>
            </a:extLst>
          </a:blip>
          <a:srcRect l="10665" t="28485" r="62292" b="30552"/>
          <a:stretch/>
        </p:blipFill>
        <p:spPr>
          <a:xfrm>
            <a:off x="7643977" y="2799460"/>
            <a:ext cx="932789" cy="706468"/>
          </a:xfrm>
          <a:prstGeom prst="rect">
            <a:avLst/>
          </a:prstGeom>
        </p:spPr>
      </p:pic>
      <p:pic>
        <p:nvPicPr>
          <p:cNvPr id="35" name="Picture 34" descr="A close up of a logo&#10;&#10;Description automatically generated">
            <a:extLst>
              <a:ext uri="{FF2B5EF4-FFF2-40B4-BE49-F238E27FC236}">
                <a16:creationId xmlns:a16="http://schemas.microsoft.com/office/drawing/2014/main" id="{D3006785-E43B-8688-3C54-9E5A4AB5216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342792" y="676283"/>
            <a:ext cx="1678252" cy="592670"/>
          </a:xfrm>
          <a:prstGeom prst="rect">
            <a:avLst/>
          </a:prstGeom>
        </p:spPr>
      </p:pic>
      <p:sp>
        <p:nvSpPr>
          <p:cNvPr id="5" name="TextBox 4">
            <a:extLst>
              <a:ext uri="{FF2B5EF4-FFF2-40B4-BE49-F238E27FC236}">
                <a16:creationId xmlns:a16="http://schemas.microsoft.com/office/drawing/2014/main" id="{AB5DCC51-71B5-BADF-061E-D972DA219BBD}"/>
              </a:ext>
            </a:extLst>
          </p:cNvPr>
          <p:cNvSpPr txBox="1"/>
          <p:nvPr/>
        </p:nvSpPr>
        <p:spPr>
          <a:xfrm>
            <a:off x="496341" y="1109827"/>
            <a:ext cx="6207448" cy="3785652"/>
          </a:xfrm>
          <a:prstGeom prst="rect">
            <a:avLst/>
          </a:prstGeom>
          <a:noFill/>
        </p:spPr>
        <p:txBody>
          <a:bodyPr wrap="square">
            <a:spAutoFit/>
          </a:bodyPr>
          <a:lstStyle/>
          <a:p>
            <a:pPr algn="l" rtl="0">
              <a:buNone/>
            </a:pPr>
            <a:r>
              <a:rPr lang="en-US" sz="1200" b="1" i="0" dirty="0">
                <a:solidFill>
                  <a:schemeClr val="accent3"/>
                </a:solidFill>
                <a:effectLst/>
              </a:rPr>
              <a:t>Best Use of </a:t>
            </a:r>
            <a:r>
              <a:rPr lang="en-US" sz="1200" b="1" i="0" dirty="0" err="1">
                <a:solidFill>
                  <a:schemeClr val="accent3"/>
                </a:solidFill>
                <a:effectLst/>
              </a:rPr>
              <a:t>PatriotAI</a:t>
            </a:r>
            <a:br>
              <a:rPr lang="en-US" sz="1200" b="1" i="0" dirty="0">
                <a:solidFill>
                  <a:schemeClr val="accent3"/>
                </a:solidFill>
                <a:effectLst/>
              </a:rPr>
            </a:br>
            <a:endParaRPr lang="en-US" sz="1200" b="1" i="0" dirty="0">
              <a:solidFill>
                <a:schemeClr val="accent3"/>
              </a:solidFill>
              <a:effectLst/>
            </a:endParaRPr>
          </a:p>
          <a:p>
            <a:pPr algn="l" rtl="0">
              <a:buNone/>
            </a:pPr>
            <a:r>
              <a:rPr lang="en-US" sz="1200" b="0" i="0" dirty="0">
                <a:solidFill>
                  <a:schemeClr val="accent3"/>
                </a:solidFill>
                <a:effectLst/>
              </a:rPr>
              <a:t>This track is intentionally </a:t>
            </a:r>
            <a:r>
              <a:rPr lang="en-US" sz="1200" b="1" i="0" dirty="0">
                <a:solidFill>
                  <a:schemeClr val="accent3"/>
                </a:solidFill>
                <a:effectLst/>
              </a:rPr>
              <a:t>open and flexible</a:t>
            </a:r>
            <a:r>
              <a:rPr lang="en-US" sz="1200" b="0" i="0" dirty="0">
                <a:solidFill>
                  <a:schemeClr val="accent3"/>
                </a:solidFill>
                <a:effectLst/>
              </a:rPr>
              <a:t>. There is </a:t>
            </a:r>
            <a:r>
              <a:rPr lang="en-US" sz="1200" b="1" i="0" dirty="0">
                <a:solidFill>
                  <a:schemeClr val="accent3"/>
                </a:solidFill>
                <a:effectLst/>
              </a:rPr>
              <a:t>no required problem domain, theme, or use case</a:t>
            </a:r>
            <a:r>
              <a:rPr lang="en-US" sz="1200" b="0" i="0" dirty="0">
                <a:solidFill>
                  <a:schemeClr val="accent3"/>
                </a:solidFill>
                <a:effectLst/>
              </a:rPr>
              <a:t>. Your goal is simple: </a:t>
            </a:r>
            <a:r>
              <a:rPr lang="en-US" sz="1200" b="1" i="0" dirty="0">
                <a:solidFill>
                  <a:schemeClr val="accent3"/>
                </a:solidFill>
                <a:effectLst/>
              </a:rPr>
              <a:t>show us how you used </a:t>
            </a:r>
            <a:r>
              <a:rPr lang="en-US" sz="1200" b="1" i="0" dirty="0" err="1">
                <a:solidFill>
                  <a:schemeClr val="accent3"/>
                </a:solidFill>
                <a:effectLst/>
              </a:rPr>
              <a:t>PatriotAI</a:t>
            </a:r>
            <a:r>
              <a:rPr lang="en-US" sz="1200" b="1" i="0" dirty="0">
                <a:solidFill>
                  <a:schemeClr val="accent3"/>
                </a:solidFill>
                <a:effectLst/>
              </a:rPr>
              <a:t> in a meaningful way</a:t>
            </a:r>
            <a:r>
              <a:rPr lang="en-US" sz="1200" b="0" i="0" dirty="0">
                <a:solidFill>
                  <a:schemeClr val="accent3"/>
                </a:solidFill>
                <a:effectLst/>
              </a:rPr>
              <a:t> as part of your hackathon project.</a:t>
            </a:r>
          </a:p>
          <a:p>
            <a:pPr algn="l" rtl="0">
              <a:buNone/>
            </a:pPr>
            <a:endParaRPr lang="en-US" sz="1200" b="0" i="0" dirty="0">
              <a:solidFill>
                <a:schemeClr val="accent3"/>
              </a:solidFill>
              <a:effectLst/>
            </a:endParaRPr>
          </a:p>
          <a:p>
            <a:pPr algn="l" rtl="0">
              <a:buNone/>
            </a:pPr>
            <a:r>
              <a:rPr lang="en-US" sz="1200" b="0" i="0" dirty="0">
                <a:solidFill>
                  <a:schemeClr val="accent3"/>
                </a:solidFill>
                <a:effectLst/>
              </a:rPr>
              <a:t>Whether you’re building an app, agent, workflow, analysis tool, or prototype, </a:t>
            </a:r>
            <a:r>
              <a:rPr lang="en-US" sz="1200" b="1" i="0" dirty="0">
                <a:solidFill>
                  <a:schemeClr val="accent3"/>
                </a:solidFill>
                <a:effectLst/>
              </a:rPr>
              <a:t>any idea is eligible</a:t>
            </a:r>
            <a:r>
              <a:rPr lang="en-US" sz="1200" b="0" i="0" dirty="0">
                <a:solidFill>
                  <a:schemeClr val="accent3"/>
                </a:solidFill>
                <a:effectLst/>
              </a:rPr>
              <a:t> as long as </a:t>
            </a:r>
            <a:r>
              <a:rPr lang="en-US" sz="1200" b="0" i="0" dirty="0" err="1">
                <a:solidFill>
                  <a:schemeClr val="accent3"/>
                </a:solidFill>
                <a:effectLst/>
              </a:rPr>
              <a:t>PatriotAI</a:t>
            </a:r>
            <a:r>
              <a:rPr lang="en-US" sz="1200" b="0" i="0" dirty="0">
                <a:solidFill>
                  <a:schemeClr val="accent3"/>
                </a:solidFill>
                <a:effectLst/>
              </a:rPr>
              <a:t> plays a clear role in how you built your solution. </a:t>
            </a:r>
            <a:br>
              <a:rPr lang="en-US" sz="1200" b="0" i="0" dirty="0">
                <a:solidFill>
                  <a:schemeClr val="accent3"/>
                </a:solidFill>
                <a:effectLst/>
              </a:rPr>
            </a:br>
            <a:endParaRPr lang="en-US" sz="1200" b="0" i="0" dirty="0">
              <a:solidFill>
                <a:schemeClr val="accent3"/>
              </a:solidFill>
              <a:effectLst/>
            </a:endParaRPr>
          </a:p>
          <a:p>
            <a:pPr algn="l" rtl="0">
              <a:buNone/>
            </a:pPr>
            <a:r>
              <a:rPr lang="en-US" sz="1200" b="0" i="0" dirty="0">
                <a:solidFill>
                  <a:schemeClr val="accent3"/>
                </a:solidFill>
                <a:effectLst/>
              </a:rPr>
              <a:t>Participation is straightforward:</a:t>
            </a:r>
            <a:br>
              <a:rPr lang="en-US" sz="1200" b="0" i="0" dirty="0">
                <a:solidFill>
                  <a:schemeClr val="accent3"/>
                </a:solidFill>
                <a:effectLst/>
              </a:rPr>
            </a:br>
            <a:endParaRPr lang="en-US" sz="1200" b="0" i="0" dirty="0">
              <a:solidFill>
                <a:schemeClr val="accent3"/>
              </a:solidFill>
              <a:effectLst/>
            </a:endParaRPr>
          </a:p>
          <a:p>
            <a:pPr algn="l" rtl="0">
              <a:buFont typeface="Arial" panose="020B0604020202020204" pitchFamily="34" charset="0"/>
              <a:buChar char="•"/>
            </a:pPr>
            <a:r>
              <a:rPr lang="en-US" sz="1200" b="0" i="0" dirty="0">
                <a:solidFill>
                  <a:schemeClr val="accent3"/>
                </a:solidFill>
                <a:effectLst/>
              </a:rPr>
              <a:t>✅ Use </a:t>
            </a:r>
            <a:r>
              <a:rPr lang="en-US" sz="1200" b="1" i="0" dirty="0" err="1">
                <a:solidFill>
                  <a:schemeClr val="accent3"/>
                </a:solidFill>
                <a:effectLst/>
              </a:rPr>
              <a:t>PatriotAI</a:t>
            </a:r>
            <a:r>
              <a:rPr lang="en-US" sz="1200" b="0" i="0" dirty="0">
                <a:solidFill>
                  <a:schemeClr val="accent3"/>
                </a:solidFill>
                <a:effectLst/>
              </a:rPr>
              <a:t> in your project</a:t>
            </a:r>
          </a:p>
          <a:p>
            <a:pPr algn="l" rtl="0">
              <a:buFont typeface="Arial" panose="020B0604020202020204" pitchFamily="34" charset="0"/>
              <a:buChar char="•"/>
            </a:pPr>
            <a:r>
              <a:rPr lang="en-US" sz="1200" b="0" i="0" dirty="0">
                <a:solidFill>
                  <a:schemeClr val="accent3"/>
                </a:solidFill>
                <a:effectLst/>
              </a:rPr>
              <a:t>✅ Be prepared to </a:t>
            </a:r>
            <a:r>
              <a:rPr lang="en-US" sz="1200" b="1" i="0" dirty="0">
                <a:solidFill>
                  <a:schemeClr val="accent3"/>
                </a:solidFill>
                <a:effectLst/>
              </a:rPr>
              <a:t>explain how and why you used it</a:t>
            </a:r>
            <a:endParaRPr lang="en-US" sz="1200" b="0" i="0" dirty="0">
              <a:solidFill>
                <a:schemeClr val="accent3"/>
              </a:solidFill>
              <a:effectLst/>
            </a:endParaRPr>
          </a:p>
          <a:p>
            <a:pPr algn="l" rtl="0">
              <a:buFont typeface="Arial" panose="020B0604020202020204" pitchFamily="34" charset="0"/>
              <a:buChar char="•"/>
            </a:pPr>
            <a:r>
              <a:rPr lang="en-US" sz="1200" b="0" i="0" dirty="0">
                <a:solidFill>
                  <a:schemeClr val="accent3"/>
                </a:solidFill>
                <a:effectLst/>
              </a:rPr>
              <a:t>✅ Demonstrate the value it added to your solution</a:t>
            </a:r>
          </a:p>
          <a:p>
            <a:pPr>
              <a:buFont typeface="Arial" panose="020B0604020202020204" pitchFamily="34" charset="0"/>
              <a:buChar char="•"/>
            </a:pPr>
            <a:r>
              <a:rPr lang="en-US" sz="1200" dirty="0">
                <a:solidFill>
                  <a:schemeClr val="accent3"/>
                </a:solidFill>
              </a:rPr>
              <a:t>✅ </a:t>
            </a:r>
            <a:r>
              <a:rPr lang="en-US" sz="1200" b="1" dirty="0">
                <a:solidFill>
                  <a:schemeClr val="accent3"/>
                </a:solidFill>
              </a:rPr>
              <a:t>Post how you used </a:t>
            </a:r>
            <a:r>
              <a:rPr lang="en-US" sz="1200" b="1" dirty="0" err="1">
                <a:solidFill>
                  <a:schemeClr val="accent3"/>
                </a:solidFill>
              </a:rPr>
              <a:t>PatriotAI</a:t>
            </a:r>
            <a:r>
              <a:rPr lang="en-US" sz="1200" b="1" dirty="0">
                <a:solidFill>
                  <a:schemeClr val="accent3"/>
                </a:solidFill>
              </a:rPr>
              <a:t> on LinkedIn </a:t>
            </a:r>
            <a:br>
              <a:rPr lang="en-US" sz="1200" b="0" i="0" dirty="0">
                <a:solidFill>
                  <a:schemeClr val="accent3"/>
                </a:solidFill>
                <a:effectLst/>
              </a:rPr>
            </a:br>
            <a:endParaRPr lang="en-US" sz="1200" b="0" i="0" dirty="0">
              <a:solidFill>
                <a:schemeClr val="accent3"/>
              </a:solidFill>
              <a:effectLst/>
            </a:endParaRPr>
          </a:p>
          <a:p>
            <a:pPr algn="l" rtl="0">
              <a:buNone/>
            </a:pPr>
            <a:br>
              <a:rPr lang="en-US" sz="1200" b="0" i="0" dirty="0">
                <a:solidFill>
                  <a:schemeClr val="accent3"/>
                </a:solidFill>
                <a:effectLst/>
              </a:rPr>
            </a:br>
            <a:endParaRPr lang="en-US" sz="1200" b="0" i="0" dirty="0">
              <a:solidFill>
                <a:schemeClr val="accent3"/>
              </a:solidFill>
              <a:effectLst/>
            </a:endParaRPr>
          </a:p>
          <a:p>
            <a:pPr>
              <a:buNone/>
            </a:pPr>
            <a:br>
              <a:rPr lang="en-US" sz="1200" dirty="0">
                <a:solidFill>
                  <a:schemeClr val="accent3"/>
                </a:solidFill>
              </a:rPr>
            </a:br>
            <a:endParaRPr lang="en-US" sz="1200" dirty="0">
              <a:solidFill>
                <a:schemeClr val="accent3"/>
              </a:solidFill>
            </a:endParaRPr>
          </a:p>
        </p:txBody>
      </p:sp>
    </p:spTree>
    <p:extLst>
      <p:ext uri="{BB962C8B-B14F-4D97-AF65-F5344CB8AC3E}">
        <p14:creationId xmlns:p14="http://schemas.microsoft.com/office/powerpoint/2010/main" val="2838946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8" fill="hold" grpId="0" nodeType="after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50"/>
                                        <p:tgtEl>
                                          <p:spTgt spid="3"/>
                                        </p:tgtEl>
                                      </p:cBhvr>
                                    </p:animEffect>
                                  </p:childTnLst>
                                </p:cTn>
                              </p:par>
                            </p:childTnLst>
                          </p:cTn>
                        </p:par>
                        <p:par>
                          <p:cTn id="13" fill="hold">
                            <p:stCondLst>
                              <p:cond delay="1250"/>
                            </p:stCondLst>
                            <p:childTnLst>
                              <p:par>
                                <p:cTn id="14" presetID="22" presetClass="entr" presetSubtype="1" fill="hold" nodeType="afterEffect">
                                  <p:stCondLst>
                                    <p:cond delay="25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3D2103-57C4-A364-745D-4302A94E3C24}"/>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D7DE1EA8-AB98-A4EB-09D2-700106E7AE7B}"/>
              </a:ext>
            </a:extLst>
          </p:cNvPr>
          <p:cNvSpPr txBox="1"/>
          <p:nvPr/>
        </p:nvSpPr>
        <p:spPr>
          <a:xfrm>
            <a:off x="574421" y="680135"/>
            <a:ext cx="7450353" cy="412420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algn="l"/>
            <a:r>
              <a:rPr lang="en-US" sz="1000" b="1" dirty="0">
                <a:solidFill>
                  <a:schemeClr val="bg1"/>
                </a:solidFill>
              </a:rPr>
              <a:t>1. Effective Use of </a:t>
            </a:r>
            <a:r>
              <a:rPr lang="en-US" sz="1000" b="1" dirty="0" err="1">
                <a:solidFill>
                  <a:schemeClr val="bg1"/>
                </a:solidFill>
              </a:rPr>
              <a:t>PatriotAI</a:t>
            </a:r>
            <a:br>
              <a:rPr lang="en-US" sz="1000" b="1" dirty="0">
                <a:solidFill>
                  <a:schemeClr val="bg1"/>
                </a:solidFill>
              </a:rPr>
            </a:br>
            <a:endParaRPr lang="en-US" sz="1000" b="1" dirty="0">
              <a:solidFill>
                <a:schemeClr val="bg1"/>
              </a:solidFill>
            </a:endParaRPr>
          </a:p>
          <a:p>
            <a:pPr algn="l"/>
            <a:r>
              <a:rPr lang="en-US" sz="1000" dirty="0">
                <a:solidFill>
                  <a:schemeClr val="bg1"/>
                </a:solidFill>
              </a:rPr>
              <a:t>How clearly and thoughtfully was </a:t>
            </a:r>
            <a:r>
              <a:rPr lang="en-US" sz="1000" dirty="0" err="1">
                <a:solidFill>
                  <a:schemeClr val="bg1"/>
                </a:solidFill>
              </a:rPr>
              <a:t>PatriotAI</a:t>
            </a:r>
            <a:r>
              <a:rPr lang="en-US" sz="1000" dirty="0">
                <a:solidFill>
                  <a:schemeClr val="bg1"/>
                </a:solidFill>
              </a:rPr>
              <a:t> used?</a:t>
            </a:r>
          </a:p>
          <a:p>
            <a:pPr algn="l"/>
            <a:r>
              <a:rPr lang="en-US" sz="1000" dirty="0">
                <a:solidFill>
                  <a:schemeClr val="bg1"/>
                </a:solidFill>
              </a:rPr>
              <a:t>Does it add real value beyond a basic or superficial use?</a:t>
            </a:r>
          </a:p>
          <a:p>
            <a:pPr algn="l"/>
            <a:r>
              <a:rPr lang="en-US" sz="1000" dirty="0">
                <a:solidFill>
                  <a:schemeClr val="bg1"/>
                </a:solidFill>
              </a:rPr>
              <a:t>Can the team clearly explain </a:t>
            </a:r>
            <a:r>
              <a:rPr lang="en-US" sz="1000" i="1" dirty="0">
                <a:solidFill>
                  <a:schemeClr val="bg1"/>
                </a:solidFill>
              </a:rPr>
              <a:t>why</a:t>
            </a:r>
            <a:r>
              <a:rPr lang="en-US" sz="1000" dirty="0">
                <a:solidFill>
                  <a:schemeClr val="bg1"/>
                </a:solidFill>
              </a:rPr>
              <a:t> they used </a:t>
            </a:r>
            <a:r>
              <a:rPr lang="en-US" sz="1000" dirty="0" err="1">
                <a:solidFill>
                  <a:schemeClr val="bg1"/>
                </a:solidFill>
              </a:rPr>
              <a:t>PatriotAI</a:t>
            </a:r>
            <a:r>
              <a:rPr lang="en-US" sz="1000" dirty="0">
                <a:solidFill>
                  <a:schemeClr val="bg1"/>
                </a:solidFill>
              </a:rPr>
              <a:t>?</a:t>
            </a:r>
          </a:p>
          <a:p>
            <a:pPr algn="l"/>
            <a:br>
              <a:rPr lang="en-US" sz="700" dirty="0">
                <a:solidFill>
                  <a:schemeClr val="bg1"/>
                </a:solidFill>
              </a:rPr>
            </a:br>
            <a:endParaRPr lang="en-US" sz="700" dirty="0">
              <a:solidFill>
                <a:schemeClr val="bg1"/>
              </a:solidFill>
            </a:endParaRPr>
          </a:p>
          <a:p>
            <a:pPr algn="l"/>
            <a:r>
              <a:rPr lang="en-US" sz="1000" b="1" dirty="0">
                <a:solidFill>
                  <a:schemeClr val="bg1"/>
                </a:solidFill>
              </a:rPr>
              <a:t>2. Impact &amp; Usefulness</a:t>
            </a:r>
          </a:p>
          <a:p>
            <a:pPr algn="l"/>
            <a:endParaRPr lang="en-US" sz="1000" b="1" dirty="0">
              <a:solidFill>
                <a:schemeClr val="bg1"/>
              </a:solidFill>
            </a:endParaRPr>
          </a:p>
          <a:p>
            <a:pPr algn="l"/>
            <a:r>
              <a:rPr lang="en-US" sz="1000" dirty="0">
                <a:solidFill>
                  <a:schemeClr val="bg1"/>
                </a:solidFill>
              </a:rPr>
              <a:t>What problem does this solve, and for whom?</a:t>
            </a:r>
          </a:p>
          <a:p>
            <a:pPr algn="l"/>
            <a:r>
              <a:rPr lang="en-US" sz="1000" dirty="0">
                <a:solidFill>
                  <a:schemeClr val="bg1"/>
                </a:solidFill>
              </a:rPr>
              <a:t>Does the solution address a real user need or opportunity?</a:t>
            </a:r>
          </a:p>
          <a:p>
            <a:pPr algn="l"/>
            <a:r>
              <a:rPr lang="en-US" sz="1000" dirty="0">
                <a:solidFill>
                  <a:schemeClr val="bg1"/>
                </a:solidFill>
              </a:rPr>
              <a:t>Is the outcome easy to understand and communicate?</a:t>
            </a:r>
          </a:p>
          <a:p>
            <a:pPr algn="l"/>
            <a:br>
              <a:rPr lang="en-US" sz="700" dirty="0">
                <a:solidFill>
                  <a:schemeClr val="bg1"/>
                </a:solidFill>
              </a:rPr>
            </a:br>
            <a:endParaRPr lang="en-US" sz="700" dirty="0">
              <a:solidFill>
                <a:schemeClr val="bg1"/>
              </a:solidFill>
            </a:endParaRPr>
          </a:p>
          <a:p>
            <a:pPr algn="l"/>
            <a:r>
              <a:rPr lang="en-US" sz="1000" b="1" dirty="0">
                <a:solidFill>
                  <a:schemeClr val="bg1"/>
                </a:solidFill>
              </a:rPr>
              <a:t>3. Feasibility &amp; Execution</a:t>
            </a:r>
          </a:p>
          <a:p>
            <a:pPr algn="l"/>
            <a:endParaRPr lang="en-US" sz="1000" b="1" dirty="0">
              <a:solidFill>
                <a:schemeClr val="bg1"/>
              </a:solidFill>
            </a:endParaRPr>
          </a:p>
          <a:p>
            <a:pPr algn="l"/>
            <a:r>
              <a:rPr lang="en-US" sz="1000" dirty="0">
                <a:solidFill>
                  <a:schemeClr val="bg1"/>
                </a:solidFill>
              </a:rPr>
              <a:t>Can this realistically work?</a:t>
            </a:r>
          </a:p>
          <a:p>
            <a:pPr algn="l"/>
            <a:r>
              <a:rPr lang="en-US" sz="1000" dirty="0">
                <a:solidFill>
                  <a:schemeClr val="bg1"/>
                </a:solidFill>
              </a:rPr>
              <a:t>Is the solution achievable within a hackathon setting?</a:t>
            </a:r>
          </a:p>
          <a:p>
            <a:pPr algn="l"/>
            <a:r>
              <a:rPr lang="en-US" sz="1000" dirty="0">
                <a:solidFill>
                  <a:schemeClr val="bg1"/>
                </a:solidFill>
              </a:rPr>
              <a:t>Does the demo function as described?</a:t>
            </a:r>
          </a:p>
          <a:p>
            <a:pPr algn="l"/>
            <a:r>
              <a:rPr lang="en-US" sz="1000" dirty="0">
                <a:solidFill>
                  <a:schemeClr val="bg1"/>
                </a:solidFill>
              </a:rPr>
              <a:t>Is the scope appropriate and well-executed?</a:t>
            </a:r>
          </a:p>
          <a:p>
            <a:pPr algn="l"/>
            <a:br>
              <a:rPr lang="en-US" sz="700" dirty="0">
                <a:solidFill>
                  <a:schemeClr val="bg1"/>
                </a:solidFill>
              </a:rPr>
            </a:br>
            <a:endParaRPr lang="en-US" sz="700" dirty="0">
              <a:solidFill>
                <a:schemeClr val="bg1"/>
              </a:solidFill>
            </a:endParaRPr>
          </a:p>
          <a:p>
            <a:pPr algn="l"/>
            <a:r>
              <a:rPr lang="en-US" sz="1000" b="1" dirty="0">
                <a:solidFill>
                  <a:schemeClr val="bg1"/>
                </a:solidFill>
              </a:rPr>
              <a:t>4. Clarity of Demo &amp; Explanation</a:t>
            </a:r>
          </a:p>
          <a:p>
            <a:pPr algn="l"/>
            <a:endParaRPr lang="en-US" sz="1000" b="1" dirty="0">
              <a:solidFill>
                <a:schemeClr val="bg1"/>
              </a:solidFill>
            </a:endParaRPr>
          </a:p>
          <a:p>
            <a:pPr algn="l"/>
            <a:r>
              <a:rPr lang="en-US" sz="1000" dirty="0">
                <a:solidFill>
                  <a:schemeClr val="bg1"/>
                </a:solidFill>
              </a:rPr>
              <a:t>Is the LinkedIn post informative?</a:t>
            </a:r>
          </a:p>
          <a:p>
            <a:pPr algn="l"/>
            <a:r>
              <a:rPr lang="en-US" sz="1000" dirty="0">
                <a:solidFill>
                  <a:schemeClr val="bg1"/>
                </a:solidFill>
              </a:rPr>
              <a:t>How well is the project presented?</a:t>
            </a:r>
          </a:p>
          <a:p>
            <a:pPr algn="l"/>
            <a:r>
              <a:rPr lang="en-US" sz="1000" dirty="0">
                <a:solidFill>
                  <a:schemeClr val="bg1"/>
                </a:solidFill>
              </a:rPr>
              <a:t>Is the workflow clear during the demo?</a:t>
            </a:r>
          </a:p>
          <a:p>
            <a:pPr algn="l"/>
            <a:r>
              <a:rPr lang="en-US" sz="1000" dirty="0">
                <a:solidFill>
                  <a:schemeClr val="bg1"/>
                </a:solidFill>
              </a:rPr>
              <a:t>Is the story concise and compelling?</a:t>
            </a:r>
          </a:p>
        </p:txBody>
      </p:sp>
      <p:pic>
        <p:nvPicPr>
          <p:cNvPr id="2" name="Picture 1" descr="A black and white logo&#10;&#10;Description automatically generated">
            <a:extLst>
              <a:ext uri="{FF2B5EF4-FFF2-40B4-BE49-F238E27FC236}">
                <a16:creationId xmlns:a16="http://schemas.microsoft.com/office/drawing/2014/main" id="{EA13DE0F-2C8F-F4C8-6105-1B92212B1E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sp>
        <p:nvSpPr>
          <p:cNvPr id="5" name="TextBox 4">
            <a:extLst>
              <a:ext uri="{FF2B5EF4-FFF2-40B4-BE49-F238E27FC236}">
                <a16:creationId xmlns:a16="http://schemas.microsoft.com/office/drawing/2014/main" id="{5804778A-2457-24C0-9F96-BEC7D44956C4}"/>
              </a:ext>
            </a:extLst>
          </p:cNvPr>
          <p:cNvSpPr txBox="1"/>
          <p:nvPr/>
        </p:nvSpPr>
        <p:spPr>
          <a:xfrm>
            <a:off x="3047524" y="3509729"/>
            <a:ext cx="6403658" cy="369332"/>
          </a:xfrm>
          <a:prstGeom prst="rect">
            <a:avLst/>
          </a:prstGeom>
          <a:noFill/>
        </p:spPr>
        <p:txBody>
          <a:bodyPr wrap="square">
            <a:spAutoFit/>
          </a:bodyPr>
          <a:lstStyle/>
          <a:p>
            <a:endParaRPr lang="en-US" sz="1800"/>
          </a:p>
        </p:txBody>
      </p:sp>
      <p:sp>
        <p:nvSpPr>
          <p:cNvPr id="4" name="TextBox 3">
            <a:extLst>
              <a:ext uri="{FF2B5EF4-FFF2-40B4-BE49-F238E27FC236}">
                <a16:creationId xmlns:a16="http://schemas.microsoft.com/office/drawing/2014/main" id="{A30C580F-1EDF-A7CC-A363-0AA87C7E1FC2}"/>
              </a:ext>
            </a:extLst>
          </p:cNvPr>
          <p:cNvSpPr txBox="1"/>
          <p:nvPr/>
        </p:nvSpPr>
        <p:spPr>
          <a:xfrm>
            <a:off x="-1295214" y="19727"/>
            <a:ext cx="6405562" cy="523220"/>
          </a:xfrm>
          <a:prstGeom prst="rect">
            <a:avLst/>
          </a:prstGeom>
          <a:noFill/>
        </p:spPr>
        <p:txBody>
          <a:bodyPr wrap="square">
            <a:spAutoFit/>
          </a:bodyPr>
          <a:lstStyle/>
          <a:p>
            <a:pPr algn="ctr"/>
            <a:r>
              <a:rPr lang="en-US" sz="2800" dirty="0">
                <a:solidFill>
                  <a:schemeClr val="bg1"/>
                </a:solidFill>
              </a:rPr>
              <a:t>Judging Criteria </a:t>
            </a:r>
          </a:p>
        </p:txBody>
      </p:sp>
      <p:pic>
        <p:nvPicPr>
          <p:cNvPr id="1026" name="Picture 2" descr="Solemn Judgment by Gold3nB3ar on DeviantArt">
            <a:extLst>
              <a:ext uri="{FF2B5EF4-FFF2-40B4-BE49-F238E27FC236}">
                <a16:creationId xmlns:a16="http://schemas.microsoft.com/office/drawing/2014/main" id="{88040D22-2E5A-7634-0BFB-EB482E1296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9176" y="281337"/>
            <a:ext cx="4352925" cy="435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246966"/>
      </p:ext>
    </p:extLst>
  </p:cSld>
  <p:clrMapOvr>
    <a:masterClrMapping/>
  </p:clrMapOvr>
  <mc:AlternateContent xmlns:mc="http://schemas.openxmlformats.org/markup-compatibility/2006" xmlns:p14="http://schemas.microsoft.com/office/powerpoint/2010/main">
    <mc:Choice Requires="p14">
      <p:transition spd="slow" p14:dur="1500">
        <p14:prism dir="u"/>
      </p:transition>
    </mc:Choice>
    <mc:Fallback xmlns="">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73333">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14:bounceEnd="73333">
                                          <p:cBhvr additive="base">
                                            <p:cTn id="7" dur="1500" fill="hold"/>
                                            <p:tgtEl>
                                              <p:spTgt spid="31"/>
                                            </p:tgtEl>
                                            <p:attrNameLst>
                                              <p:attrName>ppt_x</p:attrName>
                                            </p:attrNameLst>
                                          </p:cBhvr>
                                          <p:tavLst>
                                            <p:tav tm="0">
                                              <p:val>
                                                <p:strVal val="#ppt_x"/>
                                              </p:val>
                                            </p:tav>
                                            <p:tav tm="100000">
                                              <p:val>
                                                <p:strVal val="#ppt_x"/>
                                              </p:val>
                                            </p:tav>
                                          </p:tavLst>
                                        </p:anim>
                                        <p:anim calcmode="lin" valueType="num" p14:bounceEnd="73333">
                                          <p:cBhvr additive="base">
                                            <p:cTn id="8" dur="1500" fill="hold"/>
                                            <p:tgtEl>
                                              <p:spTgt spid="3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1500" fill="hold"/>
                                            <p:tgtEl>
                                              <p:spTgt spid="31"/>
                                            </p:tgtEl>
                                            <p:attrNameLst>
                                              <p:attrName>ppt_x</p:attrName>
                                            </p:attrNameLst>
                                          </p:cBhvr>
                                          <p:tavLst>
                                            <p:tav tm="0">
                                              <p:val>
                                                <p:strVal val="#ppt_x"/>
                                              </p:val>
                                            </p:tav>
                                            <p:tav tm="100000">
                                              <p:val>
                                                <p:strVal val="#ppt_x"/>
                                              </p:val>
                                            </p:tav>
                                          </p:tavLst>
                                        </p:anim>
                                        <p:anim calcmode="lin" valueType="num">
                                          <p:cBhvr additive="base">
                                            <p:cTn id="8" dur="1500" fill="hold"/>
                                            <p:tgtEl>
                                              <p:spTgt spid="3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F46DF-0A10-99B5-548F-DC21844C49EB}"/>
            </a:ext>
          </a:extLst>
        </p:cNvPr>
        <p:cNvGrpSpPr/>
        <p:nvPr/>
      </p:nvGrpSpPr>
      <p:grpSpPr>
        <a:xfrm>
          <a:off x="0" y="0"/>
          <a:ext cx="0" cy="0"/>
          <a:chOff x="0" y="0"/>
          <a:chExt cx="0" cy="0"/>
        </a:xfrm>
      </p:grpSpPr>
      <p:pic>
        <p:nvPicPr>
          <p:cNvPr id="1026" name="Picture 2" descr="George Mason University Unveils New Logo and Brand Identity">
            <a:extLst>
              <a:ext uri="{FF2B5EF4-FFF2-40B4-BE49-F238E27FC236}">
                <a16:creationId xmlns:a16="http://schemas.microsoft.com/office/drawing/2014/main" id="{CD5994A8-187A-F1A6-9AD9-EC697EAF0C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5238" y="1328237"/>
            <a:ext cx="2031961" cy="11429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logo&#10;&#10;Description automatically generated">
            <a:extLst>
              <a:ext uri="{FF2B5EF4-FFF2-40B4-BE49-F238E27FC236}">
                <a16:creationId xmlns:a16="http://schemas.microsoft.com/office/drawing/2014/main" id="{514B5BA3-9513-665F-B2DB-ABB6C065CC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748" y="814476"/>
            <a:ext cx="4381377" cy="2571868"/>
          </a:xfrm>
          <a:prstGeom prst="rect">
            <a:avLst/>
          </a:prstGeom>
        </p:spPr>
      </p:pic>
      <p:sp>
        <p:nvSpPr>
          <p:cNvPr id="8" name="TextBox 7">
            <a:extLst>
              <a:ext uri="{FF2B5EF4-FFF2-40B4-BE49-F238E27FC236}">
                <a16:creationId xmlns:a16="http://schemas.microsoft.com/office/drawing/2014/main" id="{929F4CED-2869-DE26-50B0-BC1E3E7F2B61}"/>
              </a:ext>
            </a:extLst>
          </p:cNvPr>
          <p:cNvSpPr txBox="1"/>
          <p:nvPr/>
        </p:nvSpPr>
        <p:spPr>
          <a:xfrm>
            <a:off x="3865289" y="1857305"/>
            <a:ext cx="352982" cy="400110"/>
          </a:xfrm>
          <a:prstGeom prst="rect">
            <a:avLst/>
          </a:prstGeom>
          <a:noFill/>
        </p:spPr>
        <p:txBody>
          <a:bodyPr wrap="none" rtlCol="0">
            <a:spAutoFit/>
          </a:bodyPr>
          <a:lstStyle/>
          <a:p>
            <a:r>
              <a:rPr lang="en-US" sz="2000" b="1" dirty="0">
                <a:solidFill>
                  <a:schemeClr val="tx2"/>
                </a:solidFill>
              </a:rPr>
              <a:t>X</a:t>
            </a:r>
          </a:p>
        </p:txBody>
      </p:sp>
      <p:sp>
        <p:nvSpPr>
          <p:cNvPr id="9" name="TextBox 8">
            <a:extLst>
              <a:ext uri="{FF2B5EF4-FFF2-40B4-BE49-F238E27FC236}">
                <a16:creationId xmlns:a16="http://schemas.microsoft.com/office/drawing/2014/main" id="{085E8633-4752-932F-301C-C81C92E67AC6}"/>
              </a:ext>
            </a:extLst>
          </p:cNvPr>
          <p:cNvSpPr txBox="1"/>
          <p:nvPr/>
        </p:nvSpPr>
        <p:spPr>
          <a:xfrm>
            <a:off x="1715865" y="2946301"/>
            <a:ext cx="5712269" cy="707886"/>
          </a:xfrm>
          <a:prstGeom prst="rect">
            <a:avLst/>
          </a:prstGeom>
          <a:noFill/>
        </p:spPr>
        <p:txBody>
          <a:bodyPr wrap="none" rtlCol="0">
            <a:spAutoFit/>
          </a:bodyPr>
          <a:lstStyle/>
          <a:p>
            <a:r>
              <a:rPr lang="en-US" sz="4000" b="1" dirty="0" err="1">
                <a:solidFill>
                  <a:schemeClr val="tx2"/>
                </a:solidFill>
              </a:rPr>
              <a:t>PatriotAI</a:t>
            </a:r>
            <a:r>
              <a:rPr lang="en-US" sz="4000" b="1" dirty="0">
                <a:solidFill>
                  <a:schemeClr val="tx2"/>
                </a:solidFill>
              </a:rPr>
              <a:t> is </a:t>
            </a:r>
            <a:r>
              <a:rPr lang="en-US" sz="4000" b="1" dirty="0" err="1">
                <a:solidFill>
                  <a:schemeClr val="tx2"/>
                </a:solidFill>
              </a:rPr>
              <a:t>nebulaONE</a:t>
            </a:r>
            <a:endParaRPr lang="en-US" sz="2000" b="1" dirty="0">
              <a:solidFill>
                <a:schemeClr val="tx2"/>
              </a:solidFill>
            </a:endParaRPr>
          </a:p>
        </p:txBody>
      </p:sp>
    </p:spTree>
    <p:extLst>
      <p:ext uri="{BB962C8B-B14F-4D97-AF65-F5344CB8AC3E}">
        <p14:creationId xmlns:p14="http://schemas.microsoft.com/office/powerpoint/2010/main" val="3538058501"/>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73333">
                                      <p:stCondLst>
                                        <p:cond delay="300"/>
                                      </p:stCondLst>
                                      <p:childTnLst>
                                        <p:set>
                                          <p:cBhvr>
                                            <p:cTn id="6" dur="1" fill="hold">
                                              <p:stCondLst>
                                                <p:cond delay="0"/>
                                              </p:stCondLst>
                                            </p:cTn>
                                            <p:tgtEl>
                                              <p:spTgt spid="6"/>
                                            </p:tgtEl>
                                            <p:attrNameLst>
                                              <p:attrName>style.visibility</p:attrName>
                                            </p:attrNameLst>
                                          </p:cBhvr>
                                          <p:to>
                                            <p:strVal val="visible"/>
                                          </p:to>
                                        </p:set>
                                        <p:anim calcmode="lin" valueType="num" p14:bounceEnd="73333">
                                          <p:cBhvr additive="base">
                                            <p:cTn id="7" dur="1500" fill="hold"/>
                                            <p:tgtEl>
                                              <p:spTgt spid="6"/>
                                            </p:tgtEl>
                                            <p:attrNameLst>
                                              <p:attrName>ppt_x</p:attrName>
                                            </p:attrNameLst>
                                          </p:cBhvr>
                                          <p:tavLst>
                                            <p:tav tm="0">
                                              <p:val>
                                                <p:strVal val="#ppt_x"/>
                                              </p:val>
                                            </p:tav>
                                            <p:tav tm="100000">
                                              <p:val>
                                                <p:strVal val="#ppt_x"/>
                                              </p:val>
                                            </p:tav>
                                          </p:tavLst>
                                        </p:anim>
                                        <p:anim calcmode="lin" valueType="num" p14:bounceEnd="73333">
                                          <p:cBhvr additive="base">
                                            <p:cTn id="8" dur="1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3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ppt_x"/>
                                              </p:val>
                                            </p:tav>
                                            <p:tav tm="100000">
                                              <p:val>
                                                <p:strVal val="#ppt_x"/>
                                              </p:val>
                                            </p:tav>
                                          </p:tavLst>
                                        </p:anim>
                                        <p:anim calcmode="lin" valueType="num">
                                          <p:cBhvr additive="base">
                                            <p:cTn id="8" dur="1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Rounded Corners 52">
            <a:extLst>
              <a:ext uri="{FF2B5EF4-FFF2-40B4-BE49-F238E27FC236}">
                <a16:creationId xmlns:a16="http://schemas.microsoft.com/office/drawing/2014/main" id="{4E703E9A-4244-460D-8BD1-F69CAE474422}"/>
              </a:ext>
            </a:extLst>
          </p:cNvPr>
          <p:cNvSpPr/>
          <p:nvPr/>
        </p:nvSpPr>
        <p:spPr>
          <a:xfrm>
            <a:off x="685799" y="685800"/>
            <a:ext cx="7930243" cy="3771900"/>
          </a:xfrm>
          <a:prstGeom prst="roundRect">
            <a:avLst>
              <a:gd name="adj" fmla="val 1749"/>
            </a:avLst>
          </a:prstGeom>
          <a:solidFill>
            <a:schemeClr val="tx1">
              <a:alpha val="50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900"/>
          </a:p>
        </p:txBody>
      </p:sp>
      <p:sp>
        <p:nvSpPr>
          <p:cNvPr id="13" name="TextBox 12">
            <a:extLst>
              <a:ext uri="{FF2B5EF4-FFF2-40B4-BE49-F238E27FC236}">
                <a16:creationId xmlns:a16="http://schemas.microsoft.com/office/drawing/2014/main" id="{1114A036-42CC-4CBA-B588-1F4330DAF283}"/>
              </a:ext>
            </a:extLst>
          </p:cNvPr>
          <p:cNvSpPr txBox="1"/>
          <p:nvPr/>
        </p:nvSpPr>
        <p:spPr>
          <a:xfrm>
            <a:off x="1215572" y="1162050"/>
            <a:ext cx="6712857" cy="1446550"/>
          </a:xfrm>
          <a:prstGeom prst="rect">
            <a:avLst/>
          </a:prstGeom>
          <a:noFill/>
        </p:spPr>
        <p:txBody>
          <a:bodyPr wrap="square" rtlCol="0">
            <a:spAutoFit/>
          </a:bodyPr>
          <a:lstStyle/>
          <a:p>
            <a:r>
              <a:rPr lang="en-US" sz="4400">
                <a:solidFill>
                  <a:schemeClr val="bg2"/>
                </a:solidFill>
              </a:rPr>
              <a:t>Microsoft </a:t>
            </a:r>
            <a:r>
              <a:rPr lang="en-US" sz="4400" b="1">
                <a:gradFill>
                  <a:gsLst>
                    <a:gs pos="0">
                      <a:schemeClr val="accent2"/>
                    </a:gs>
                    <a:gs pos="48000">
                      <a:srgbClr val="CE59C4"/>
                    </a:gs>
                    <a:gs pos="100000">
                      <a:schemeClr val="accent4"/>
                    </a:gs>
                  </a:gsLst>
                  <a:lin ang="12600000" scaled="0"/>
                </a:gradFill>
              </a:rPr>
              <a:t>Powered</a:t>
            </a:r>
          </a:p>
          <a:p>
            <a:r>
              <a:rPr lang="en-US" sz="4400" b="1">
                <a:gradFill>
                  <a:gsLst>
                    <a:gs pos="0">
                      <a:schemeClr val="accent2"/>
                    </a:gs>
                    <a:gs pos="48000">
                      <a:srgbClr val="CE59C4"/>
                    </a:gs>
                    <a:gs pos="100000">
                      <a:schemeClr val="accent4"/>
                    </a:gs>
                  </a:gsLst>
                  <a:lin ang="12600000" scaled="0"/>
                </a:gradFill>
              </a:rPr>
              <a:t>GenAI, </a:t>
            </a:r>
            <a:r>
              <a:rPr lang="en-US" sz="4400">
                <a:solidFill>
                  <a:schemeClr val="bg2"/>
                </a:solidFill>
              </a:rPr>
              <a:t>for all.</a:t>
            </a:r>
            <a:endParaRPr lang="uk-UA" sz="4400">
              <a:solidFill>
                <a:schemeClr val="bg2"/>
              </a:solidFill>
            </a:endParaRPr>
          </a:p>
        </p:txBody>
      </p:sp>
      <p:sp>
        <p:nvSpPr>
          <p:cNvPr id="14" name="TextBox 13">
            <a:extLst>
              <a:ext uri="{FF2B5EF4-FFF2-40B4-BE49-F238E27FC236}">
                <a16:creationId xmlns:a16="http://schemas.microsoft.com/office/drawing/2014/main" id="{53ABE0D0-8E24-4DF6-8097-2F58F4572512}"/>
              </a:ext>
            </a:extLst>
          </p:cNvPr>
          <p:cNvSpPr txBox="1"/>
          <p:nvPr/>
        </p:nvSpPr>
        <p:spPr>
          <a:xfrm>
            <a:off x="1215571" y="2718583"/>
            <a:ext cx="3072740" cy="1169551"/>
          </a:xfrm>
          <a:prstGeom prst="rect">
            <a:avLst/>
          </a:prstGeom>
          <a:noFill/>
        </p:spPr>
        <p:txBody>
          <a:bodyPr wrap="square" rtlCol="0">
            <a:spAutoFit/>
          </a:bodyPr>
          <a:lstStyle/>
          <a:p>
            <a:r>
              <a:rPr lang="en-US" sz="1000">
                <a:solidFill>
                  <a:schemeClr val="bg2"/>
                </a:solidFill>
              </a:rPr>
              <a:t>Cloudforce is pleased to present </a:t>
            </a:r>
            <a:r>
              <a:rPr lang="en-US" sz="1000" b="1">
                <a:solidFill>
                  <a:schemeClr val="bg2"/>
                </a:solidFill>
              </a:rPr>
              <a:t>nebulaONE</a:t>
            </a:r>
            <a:r>
              <a:rPr lang="en-US" sz="1000">
                <a:solidFill>
                  <a:schemeClr val="bg2"/>
                </a:solidFill>
              </a:rPr>
              <a:t>: an Azure-native generative AI platform strategically designed to make advanced AI services accessible to non-technical users across educational institutions and academic medical centers – aligning with Microsoft's commitment to empower education through technology.</a:t>
            </a:r>
            <a:endParaRPr lang="uk-UA" sz="1000">
              <a:solidFill>
                <a:schemeClr val="bg2"/>
              </a:solidFill>
            </a:endParaRPr>
          </a:p>
        </p:txBody>
      </p:sp>
      <p:sp>
        <p:nvSpPr>
          <p:cNvPr id="23" name="TextBox 22">
            <a:extLst>
              <a:ext uri="{FF2B5EF4-FFF2-40B4-BE49-F238E27FC236}">
                <a16:creationId xmlns:a16="http://schemas.microsoft.com/office/drawing/2014/main" id="{E80D9E42-A7E7-4676-8F68-61D1094584C4}"/>
              </a:ext>
            </a:extLst>
          </p:cNvPr>
          <p:cNvSpPr txBox="1"/>
          <p:nvPr/>
        </p:nvSpPr>
        <p:spPr>
          <a:xfrm>
            <a:off x="4855689" y="2718583"/>
            <a:ext cx="3072740" cy="1169551"/>
          </a:xfrm>
          <a:prstGeom prst="rect">
            <a:avLst/>
          </a:prstGeom>
          <a:noFill/>
        </p:spPr>
        <p:txBody>
          <a:bodyPr wrap="square" rtlCol="0">
            <a:spAutoFit/>
          </a:bodyPr>
          <a:lstStyle/>
          <a:p>
            <a:r>
              <a:rPr lang="en-US" sz="1000">
                <a:solidFill>
                  <a:schemeClr val="bg2"/>
                </a:solidFill>
              </a:rPr>
              <a:t>Through a user-friendly interface that facilitates the utilization of generative AI, </a:t>
            </a:r>
            <a:r>
              <a:rPr lang="en-US" sz="1000" b="1">
                <a:solidFill>
                  <a:schemeClr val="bg2"/>
                </a:solidFill>
              </a:rPr>
              <a:t>nebulaONE enables multi-modal conversations and no-code data-powered agents,</a:t>
            </a:r>
            <a:r>
              <a:rPr lang="en-US" sz="1000">
                <a:solidFill>
                  <a:schemeClr val="bg2"/>
                </a:solidFill>
              </a:rPr>
              <a:t> all tailored to meet the diverse needs of higher education. By simplifying access to Microsoft’s most advanced AI capabilities, nebulaONE aims to </a:t>
            </a:r>
            <a:r>
              <a:rPr lang="en-US" sz="1000" b="1">
                <a:solidFill>
                  <a:schemeClr val="bg2"/>
                </a:solidFill>
              </a:rPr>
              <a:t>democratize GenAI, for all</a:t>
            </a:r>
            <a:r>
              <a:rPr lang="en-US" sz="1000">
                <a:solidFill>
                  <a:schemeClr val="bg2"/>
                </a:solidFill>
              </a:rPr>
              <a:t>.</a:t>
            </a:r>
            <a:endParaRPr lang="uk-UA" sz="1000">
              <a:solidFill>
                <a:schemeClr val="bg2"/>
              </a:solidFill>
            </a:endParaRPr>
          </a:p>
        </p:txBody>
      </p:sp>
      <p:pic>
        <p:nvPicPr>
          <p:cNvPr id="2" name="Picture 1" descr="A black and white logo&#10;&#10;Description automatically generated">
            <a:extLst>
              <a:ext uri="{FF2B5EF4-FFF2-40B4-BE49-F238E27FC236}">
                <a16:creationId xmlns:a16="http://schemas.microsoft.com/office/drawing/2014/main" id="{11693D47-2421-9F24-8555-61695C2AE6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371" y="4852221"/>
            <a:ext cx="800100" cy="125957"/>
          </a:xfrm>
          <a:prstGeom prst="rect">
            <a:avLst/>
          </a:prstGeom>
        </p:spPr>
      </p:pic>
      <p:pic>
        <p:nvPicPr>
          <p:cNvPr id="3" name="Picture 2" descr="Microsoft Windows 10 White Logo">
            <a:extLst>
              <a:ext uri="{FF2B5EF4-FFF2-40B4-BE49-F238E27FC236}">
                <a16:creationId xmlns:a16="http://schemas.microsoft.com/office/drawing/2014/main" id="{0B5A1EBA-1004-DCE1-A28F-EA039AADF3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7200" y="4743450"/>
            <a:ext cx="952500" cy="3504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8941761-AF04-54DE-40BB-0EF055B30DB7}"/>
              </a:ext>
            </a:extLst>
          </p:cNvPr>
          <p:cNvSpPr txBox="1"/>
          <p:nvPr/>
        </p:nvSpPr>
        <p:spPr>
          <a:xfrm>
            <a:off x="1213760" y="4094317"/>
            <a:ext cx="7271656" cy="246221"/>
          </a:xfrm>
          <a:prstGeom prst="rect">
            <a:avLst/>
          </a:prstGeom>
          <a:noFill/>
        </p:spPr>
        <p:txBody>
          <a:bodyPr wrap="square" rtlCol="0">
            <a:spAutoFit/>
          </a:bodyPr>
          <a:lstStyle/>
          <a:p>
            <a:r>
              <a:rPr lang="en-US" sz="1000">
                <a:solidFill>
                  <a:schemeClr val="bg2"/>
                </a:solidFill>
              </a:rPr>
              <a:t>nebulaONE® has earned a Microsoft Azure Certified Software Designation and is eligible to decrement MACC agreements.</a:t>
            </a:r>
            <a:endParaRPr lang="uk-UA" sz="1000">
              <a:solidFill>
                <a:schemeClr val="bg2"/>
              </a:solidFill>
            </a:endParaRPr>
          </a:p>
        </p:txBody>
      </p:sp>
    </p:spTree>
    <p:extLst>
      <p:ext uri="{BB962C8B-B14F-4D97-AF65-F5344CB8AC3E}">
        <p14:creationId xmlns:p14="http://schemas.microsoft.com/office/powerpoint/2010/main" val="2474921081"/>
      </p:ext>
    </p:extLst>
  </p:cSld>
  <p:clrMapOvr>
    <a:masterClrMapping/>
  </p:clrMapOvr>
  <mc:AlternateContent xmlns:mc="http://schemas.openxmlformats.org/markup-compatibility/2006">
    <mc:Choice xmlns:p14="http://schemas.microsoft.com/office/powerpoint/2010/main" Requires="p14">
      <p:transition spd="slow" p14:dur="1500">
        <p14:prism dir="u"/>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3333">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14:bounceEnd="73333">
                                          <p:cBhvr additive="base">
                                            <p:cTn id="7" dur="1500" fill="hold"/>
                                            <p:tgtEl>
                                              <p:spTgt spid="13"/>
                                            </p:tgtEl>
                                            <p:attrNameLst>
                                              <p:attrName>ppt_x</p:attrName>
                                            </p:attrNameLst>
                                          </p:cBhvr>
                                          <p:tavLst>
                                            <p:tav tm="0">
                                              <p:val>
                                                <p:strVal val="#ppt_x"/>
                                              </p:val>
                                            </p:tav>
                                            <p:tav tm="100000">
                                              <p:val>
                                                <p:strVal val="#ppt_x"/>
                                              </p:val>
                                            </p:tav>
                                          </p:tavLst>
                                        </p:anim>
                                        <p:anim calcmode="lin" valueType="num" p14:bounceEnd="73333">
                                          <p:cBhvr additive="base">
                                            <p:cTn id="8" dur="1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3333">
                                      <p:stCondLst>
                                        <p:cond delay="100"/>
                                      </p:stCondLst>
                                      <p:childTnLst>
                                        <p:set>
                                          <p:cBhvr>
                                            <p:cTn id="10" dur="1" fill="hold">
                                              <p:stCondLst>
                                                <p:cond delay="0"/>
                                              </p:stCondLst>
                                            </p:cTn>
                                            <p:tgtEl>
                                              <p:spTgt spid="14"/>
                                            </p:tgtEl>
                                            <p:attrNameLst>
                                              <p:attrName>style.visibility</p:attrName>
                                            </p:attrNameLst>
                                          </p:cBhvr>
                                          <p:to>
                                            <p:strVal val="visible"/>
                                          </p:to>
                                        </p:set>
                                        <p:anim calcmode="lin" valueType="num" p14:bounceEnd="73333">
                                          <p:cBhvr additive="base">
                                            <p:cTn id="11" dur="1500" fill="hold"/>
                                            <p:tgtEl>
                                              <p:spTgt spid="14"/>
                                            </p:tgtEl>
                                            <p:attrNameLst>
                                              <p:attrName>ppt_x</p:attrName>
                                            </p:attrNameLst>
                                          </p:cBhvr>
                                          <p:tavLst>
                                            <p:tav tm="0">
                                              <p:val>
                                                <p:strVal val="#ppt_x"/>
                                              </p:val>
                                            </p:tav>
                                            <p:tav tm="100000">
                                              <p:val>
                                                <p:strVal val="#ppt_x"/>
                                              </p:val>
                                            </p:tav>
                                          </p:tavLst>
                                        </p:anim>
                                        <p:anim calcmode="lin" valueType="num" p14:bounceEnd="73333">
                                          <p:cBhvr additive="base">
                                            <p:cTn id="12" dur="1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73333">
                                      <p:stCondLst>
                                        <p:cond delay="200"/>
                                      </p:stCondLst>
                                      <p:childTnLst>
                                        <p:set>
                                          <p:cBhvr>
                                            <p:cTn id="14" dur="1" fill="hold">
                                              <p:stCondLst>
                                                <p:cond delay="0"/>
                                              </p:stCondLst>
                                            </p:cTn>
                                            <p:tgtEl>
                                              <p:spTgt spid="23"/>
                                            </p:tgtEl>
                                            <p:attrNameLst>
                                              <p:attrName>style.visibility</p:attrName>
                                            </p:attrNameLst>
                                          </p:cBhvr>
                                          <p:to>
                                            <p:strVal val="visible"/>
                                          </p:to>
                                        </p:set>
                                        <p:anim calcmode="lin" valueType="num" p14:bounceEnd="73333">
                                          <p:cBhvr additive="base">
                                            <p:cTn id="15" dur="1500" fill="hold"/>
                                            <p:tgtEl>
                                              <p:spTgt spid="23"/>
                                            </p:tgtEl>
                                            <p:attrNameLst>
                                              <p:attrName>ppt_x</p:attrName>
                                            </p:attrNameLst>
                                          </p:cBhvr>
                                          <p:tavLst>
                                            <p:tav tm="0">
                                              <p:val>
                                                <p:strVal val="#ppt_x"/>
                                              </p:val>
                                            </p:tav>
                                            <p:tav tm="100000">
                                              <p:val>
                                                <p:strVal val="#ppt_x"/>
                                              </p:val>
                                            </p:tav>
                                          </p:tavLst>
                                        </p:anim>
                                        <p:anim calcmode="lin" valueType="num" p14:bounceEnd="73333">
                                          <p:cBhvr additive="base">
                                            <p:cTn id="16" dur="1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14:presetBounceEnd="73333">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14:bounceEnd="73333">
                                          <p:cBhvr additive="base">
                                            <p:cTn id="19" dur="1500" fill="hold"/>
                                            <p:tgtEl>
                                              <p:spTgt spid="53"/>
                                            </p:tgtEl>
                                            <p:attrNameLst>
                                              <p:attrName>ppt_x</p:attrName>
                                            </p:attrNameLst>
                                          </p:cBhvr>
                                          <p:tavLst>
                                            <p:tav tm="0">
                                              <p:val>
                                                <p:strVal val="#ppt_x"/>
                                              </p:val>
                                            </p:tav>
                                            <p:tav tm="100000">
                                              <p:val>
                                                <p:strVal val="#ppt_x"/>
                                              </p:val>
                                            </p:tav>
                                          </p:tavLst>
                                        </p:anim>
                                        <p:anim calcmode="lin" valueType="num" p14:bounceEnd="73333">
                                          <p:cBhvr additive="base">
                                            <p:cTn id="20" dur="1500" fill="hold"/>
                                            <p:tgtEl>
                                              <p:spTgt spid="53"/>
                                            </p:tgtEl>
                                            <p:attrNameLst>
                                              <p:attrName>ppt_y</p:attrName>
                                            </p:attrNameLst>
                                          </p:cBhvr>
                                          <p:tavLst>
                                            <p:tav tm="0">
                                              <p:val>
                                                <p:strVal val="0-#ppt_h/2"/>
                                              </p:val>
                                            </p:tav>
                                            <p:tav tm="100000">
                                              <p:val>
                                                <p:strVal val="#ppt_y"/>
                                              </p:val>
                                            </p:tav>
                                          </p:tavLst>
                                        </p:anim>
                                      </p:childTnLst>
                                    </p:cTn>
                                  </p:par>
                                  <p:par>
                                    <p:cTn id="21" presetID="2" presetClass="entr" presetSubtype="4" fill="hold" grpId="0" nodeType="withEffect" p14:presetBounceEnd="73333">
                                      <p:stCondLst>
                                        <p:cond delay="200"/>
                                      </p:stCondLst>
                                      <p:childTnLst>
                                        <p:set>
                                          <p:cBhvr>
                                            <p:cTn id="22" dur="1" fill="hold">
                                              <p:stCondLst>
                                                <p:cond delay="0"/>
                                              </p:stCondLst>
                                            </p:cTn>
                                            <p:tgtEl>
                                              <p:spTgt spid="4"/>
                                            </p:tgtEl>
                                            <p:attrNameLst>
                                              <p:attrName>style.visibility</p:attrName>
                                            </p:attrNameLst>
                                          </p:cBhvr>
                                          <p:to>
                                            <p:strVal val="visible"/>
                                          </p:to>
                                        </p:set>
                                        <p:anim calcmode="lin" valueType="num" p14:bounceEnd="73333">
                                          <p:cBhvr additive="base">
                                            <p:cTn id="23" dur="1500" fill="hold"/>
                                            <p:tgtEl>
                                              <p:spTgt spid="4"/>
                                            </p:tgtEl>
                                            <p:attrNameLst>
                                              <p:attrName>ppt_x</p:attrName>
                                            </p:attrNameLst>
                                          </p:cBhvr>
                                          <p:tavLst>
                                            <p:tav tm="0">
                                              <p:val>
                                                <p:strVal val="#ppt_x"/>
                                              </p:val>
                                            </p:tav>
                                            <p:tav tm="100000">
                                              <p:val>
                                                <p:strVal val="#ppt_x"/>
                                              </p:val>
                                            </p:tav>
                                          </p:tavLst>
                                        </p:anim>
                                        <p:anim calcmode="lin" valueType="num" p14:bounceEnd="73333">
                                          <p:cBhvr additive="base">
                                            <p:cTn id="24" dur="1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13" grpId="0"/>
          <p:bldP spid="14" grpId="0"/>
          <p:bldP spid="23" grpId="0"/>
          <p:bldP spid="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500" fill="hold"/>
                                            <p:tgtEl>
                                              <p:spTgt spid="13"/>
                                            </p:tgtEl>
                                            <p:attrNameLst>
                                              <p:attrName>ppt_x</p:attrName>
                                            </p:attrNameLst>
                                          </p:cBhvr>
                                          <p:tavLst>
                                            <p:tav tm="0">
                                              <p:val>
                                                <p:strVal val="#ppt_x"/>
                                              </p:val>
                                            </p:tav>
                                            <p:tav tm="100000">
                                              <p:val>
                                                <p:strVal val="#ppt_x"/>
                                              </p:val>
                                            </p:tav>
                                          </p:tavLst>
                                        </p:anim>
                                        <p:anim calcmode="lin" valueType="num">
                                          <p:cBhvr additive="base">
                                            <p:cTn id="8" dur="1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500" fill="hold"/>
                                            <p:tgtEl>
                                              <p:spTgt spid="14"/>
                                            </p:tgtEl>
                                            <p:attrNameLst>
                                              <p:attrName>ppt_x</p:attrName>
                                            </p:attrNameLst>
                                          </p:cBhvr>
                                          <p:tavLst>
                                            <p:tav tm="0">
                                              <p:val>
                                                <p:strVal val="#ppt_x"/>
                                              </p:val>
                                            </p:tav>
                                            <p:tav tm="100000">
                                              <p:val>
                                                <p:strVal val="#ppt_x"/>
                                              </p:val>
                                            </p:tav>
                                          </p:tavLst>
                                        </p:anim>
                                        <p:anim calcmode="lin" valueType="num">
                                          <p:cBhvr additive="base">
                                            <p:cTn id="12" dur="1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1500" fill="hold"/>
                                            <p:tgtEl>
                                              <p:spTgt spid="23"/>
                                            </p:tgtEl>
                                            <p:attrNameLst>
                                              <p:attrName>ppt_x</p:attrName>
                                            </p:attrNameLst>
                                          </p:cBhvr>
                                          <p:tavLst>
                                            <p:tav tm="0">
                                              <p:val>
                                                <p:strVal val="#ppt_x"/>
                                              </p:val>
                                            </p:tav>
                                            <p:tav tm="100000">
                                              <p:val>
                                                <p:strVal val="#ppt_x"/>
                                              </p:val>
                                            </p:tav>
                                          </p:tavLst>
                                        </p:anim>
                                        <p:anim calcmode="lin" valueType="num">
                                          <p:cBhvr additive="base">
                                            <p:cTn id="16" dur="1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1500" fill="hold"/>
                                            <p:tgtEl>
                                              <p:spTgt spid="53"/>
                                            </p:tgtEl>
                                            <p:attrNameLst>
                                              <p:attrName>ppt_x</p:attrName>
                                            </p:attrNameLst>
                                          </p:cBhvr>
                                          <p:tavLst>
                                            <p:tav tm="0">
                                              <p:val>
                                                <p:strVal val="#ppt_x"/>
                                              </p:val>
                                            </p:tav>
                                            <p:tav tm="100000">
                                              <p:val>
                                                <p:strVal val="#ppt_x"/>
                                              </p:val>
                                            </p:tav>
                                          </p:tavLst>
                                        </p:anim>
                                        <p:anim calcmode="lin" valueType="num">
                                          <p:cBhvr additive="base">
                                            <p:cTn id="20" dur="1500" fill="hold"/>
                                            <p:tgtEl>
                                              <p:spTgt spid="53"/>
                                            </p:tgtEl>
                                            <p:attrNameLst>
                                              <p:attrName>ppt_y</p:attrName>
                                            </p:attrNameLst>
                                          </p:cBhvr>
                                          <p:tavLst>
                                            <p:tav tm="0">
                                              <p:val>
                                                <p:strVal val="0-#ppt_h/2"/>
                                              </p:val>
                                            </p:tav>
                                            <p:tav tm="100000">
                                              <p:val>
                                                <p:strVal val="#ppt_y"/>
                                              </p:val>
                                            </p:tav>
                                          </p:tavLst>
                                        </p:anim>
                                      </p:childTnLst>
                                    </p:cTn>
                                  </p:par>
                                  <p:par>
                                    <p:cTn id="21" presetID="2" presetClass="entr" presetSubtype="4" fill="hold" grpId="0" nodeType="withEffect">
                                      <p:stCondLst>
                                        <p:cond delay="20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1500" fill="hold"/>
                                            <p:tgtEl>
                                              <p:spTgt spid="4"/>
                                            </p:tgtEl>
                                            <p:attrNameLst>
                                              <p:attrName>ppt_x</p:attrName>
                                            </p:attrNameLst>
                                          </p:cBhvr>
                                          <p:tavLst>
                                            <p:tav tm="0">
                                              <p:val>
                                                <p:strVal val="#ppt_x"/>
                                              </p:val>
                                            </p:tav>
                                            <p:tav tm="100000">
                                              <p:val>
                                                <p:strVal val="#ppt_x"/>
                                              </p:val>
                                            </p:tav>
                                          </p:tavLst>
                                        </p:anim>
                                        <p:anim calcmode="lin" valueType="num">
                                          <p:cBhvr additive="base">
                                            <p:cTn id="24" dur="1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13" grpId="0"/>
          <p:bldP spid="14" grpId="0"/>
          <p:bldP spid="23" grpId="0"/>
          <p:bldP spid="4"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569C2EB4-9F97-4C27-8D71-8B93B49A2E20}"/>
              </a:ext>
            </a:extLst>
          </p:cNvPr>
          <p:cNvSpPr/>
          <p:nvPr/>
        </p:nvSpPr>
        <p:spPr>
          <a:xfrm>
            <a:off x="0" y="-380"/>
            <a:ext cx="9144000" cy="1737251"/>
          </a:xfrm>
          <a:prstGeom prst="rect">
            <a:avLst/>
          </a:prstGeom>
          <a:gradFill>
            <a:gsLst>
              <a:gs pos="100000">
                <a:schemeClr val="accent6"/>
              </a:gs>
              <a:gs pos="0">
                <a:schemeClr val="accent5"/>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3" name="TextBox 2">
            <a:extLst>
              <a:ext uri="{FF2B5EF4-FFF2-40B4-BE49-F238E27FC236}">
                <a16:creationId xmlns:a16="http://schemas.microsoft.com/office/drawing/2014/main" id="{AFCBA302-8320-4894-82B1-64D80619D0F1}"/>
              </a:ext>
            </a:extLst>
          </p:cNvPr>
          <p:cNvSpPr txBox="1"/>
          <p:nvPr/>
        </p:nvSpPr>
        <p:spPr>
          <a:xfrm>
            <a:off x="647700" y="443121"/>
            <a:ext cx="3929391" cy="1107996"/>
          </a:xfrm>
          <a:prstGeom prst="rect">
            <a:avLst/>
          </a:prstGeom>
          <a:noFill/>
        </p:spPr>
        <p:txBody>
          <a:bodyPr wrap="square" rtlCol="0">
            <a:spAutoFit/>
          </a:bodyPr>
          <a:lstStyle/>
          <a:p>
            <a:r>
              <a:rPr lang="en-US" sz="3300" b="1">
                <a:solidFill>
                  <a:schemeClr val="bg1"/>
                </a:solidFill>
                <a:ea typeface="Source Sans Pro Black" panose="020B0803030403020204" pitchFamily="34" charset="0"/>
              </a:rPr>
              <a:t>THE</a:t>
            </a:r>
          </a:p>
          <a:p>
            <a:r>
              <a:rPr lang="en-US" sz="3300" b="1">
                <a:solidFill>
                  <a:schemeClr val="bg1"/>
                </a:solidFill>
                <a:ea typeface="Source Sans Pro Black" panose="020B0803030403020204" pitchFamily="34" charset="0"/>
              </a:rPr>
              <a:t>OPPORTUNITY</a:t>
            </a:r>
            <a:endParaRPr lang="uk-UA" sz="3300" b="1">
              <a:solidFill>
                <a:schemeClr val="bg1"/>
              </a:solidFill>
              <a:ea typeface="Source Sans Pro Black" panose="020B0803030403020204" pitchFamily="34" charset="0"/>
            </a:endParaRPr>
          </a:p>
        </p:txBody>
      </p:sp>
      <p:sp>
        <p:nvSpPr>
          <p:cNvPr id="11" name="Rectangle 10">
            <a:extLst>
              <a:ext uri="{FF2B5EF4-FFF2-40B4-BE49-F238E27FC236}">
                <a16:creationId xmlns:a16="http://schemas.microsoft.com/office/drawing/2014/main" id="{A8CF59BA-0BC3-4482-8EEE-CABE06BD5D88}"/>
              </a:ext>
            </a:extLst>
          </p:cNvPr>
          <p:cNvSpPr/>
          <p:nvPr/>
        </p:nvSpPr>
        <p:spPr>
          <a:xfrm>
            <a:off x="4191000" y="443121"/>
            <a:ext cx="4457700" cy="1015663"/>
          </a:xfrm>
          <a:prstGeom prst="rect">
            <a:avLst/>
          </a:prstGeom>
        </p:spPr>
        <p:txBody>
          <a:bodyPr wrap="square">
            <a:spAutoFit/>
          </a:bodyPr>
          <a:lstStyle/>
          <a:p>
            <a:r>
              <a:rPr lang="en-US" sz="1200">
                <a:solidFill>
                  <a:schemeClr val="bg1"/>
                </a:solidFill>
              </a:rPr>
              <a:t>Prestigious universities are at a pivotal moment with generative AI, presenting </a:t>
            </a:r>
            <a:r>
              <a:rPr lang="en-US" sz="1200" b="1">
                <a:solidFill>
                  <a:schemeClr val="bg1"/>
                </a:solidFill>
              </a:rPr>
              <a:t>a unique opportunity to redefine education and research</a:t>
            </a:r>
            <a:r>
              <a:rPr lang="en-US" sz="1200">
                <a:solidFill>
                  <a:schemeClr val="bg1"/>
                </a:solidFill>
              </a:rPr>
              <a:t>. Forward-thinking institutions are leveraging GenAI to </a:t>
            </a:r>
            <a:r>
              <a:rPr lang="en-US" sz="1200" b="1">
                <a:solidFill>
                  <a:schemeClr val="bg1"/>
                </a:solidFill>
              </a:rPr>
              <a:t>enhance learning experiences, streamline administrative processes, and foster cutting-edge research. </a:t>
            </a:r>
            <a:endParaRPr lang="ru-RU" sz="1200" b="1">
              <a:solidFill>
                <a:schemeClr val="bg1"/>
              </a:solidFill>
            </a:endParaRPr>
          </a:p>
        </p:txBody>
      </p:sp>
      <p:sp>
        <p:nvSpPr>
          <p:cNvPr id="4" name="TextBox 3">
            <a:extLst>
              <a:ext uri="{FF2B5EF4-FFF2-40B4-BE49-F238E27FC236}">
                <a16:creationId xmlns:a16="http://schemas.microsoft.com/office/drawing/2014/main" id="{F382211C-DC9B-AACE-4B03-D5080E451F26}"/>
              </a:ext>
            </a:extLst>
          </p:cNvPr>
          <p:cNvSpPr txBox="1"/>
          <p:nvPr/>
        </p:nvSpPr>
        <p:spPr>
          <a:xfrm>
            <a:off x="1746578" y="1830883"/>
            <a:ext cx="5829300" cy="307777"/>
          </a:xfrm>
          <a:prstGeom prst="rect">
            <a:avLst/>
          </a:prstGeom>
          <a:noFill/>
        </p:spPr>
        <p:txBody>
          <a:bodyPr wrap="square">
            <a:spAutoFit/>
          </a:bodyPr>
          <a:lstStyle/>
          <a:p>
            <a:r>
              <a:rPr lang="en-US" sz="1400">
                <a:solidFill>
                  <a:schemeClr val="bg1">
                    <a:lumMod val="75000"/>
                  </a:schemeClr>
                </a:solidFill>
              </a:rPr>
              <a:t>By integrating GenAI into their curricula and toolsets, universities can:</a:t>
            </a:r>
            <a:endParaRPr lang="en-US" sz="675"/>
          </a:p>
        </p:txBody>
      </p:sp>
      <p:pic>
        <p:nvPicPr>
          <p:cNvPr id="12" name="Picture 2" descr="Microsoft Windows 10 White Logo">
            <a:extLst>
              <a:ext uri="{FF2B5EF4-FFF2-40B4-BE49-F238E27FC236}">
                <a16:creationId xmlns:a16="http://schemas.microsoft.com/office/drawing/2014/main" id="{AED595B4-DE7C-9575-97DC-79DD72DA3C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7200" y="4743450"/>
            <a:ext cx="952500" cy="350408"/>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927A280-16FC-7ABA-1392-FBBD51745790}"/>
              </a:ext>
            </a:extLst>
          </p:cNvPr>
          <p:cNvGrpSpPr/>
          <p:nvPr/>
        </p:nvGrpSpPr>
        <p:grpSpPr>
          <a:xfrm>
            <a:off x="6250172" y="3544777"/>
            <a:ext cx="2360428" cy="1272998"/>
            <a:chOff x="12500344" y="7089554"/>
            <a:chExt cx="4720856" cy="2545994"/>
          </a:xfrm>
        </p:grpSpPr>
        <p:sp>
          <p:nvSpPr>
            <p:cNvPr id="6" name="TextBox 5">
              <a:extLst>
                <a:ext uri="{FF2B5EF4-FFF2-40B4-BE49-F238E27FC236}">
                  <a16:creationId xmlns:a16="http://schemas.microsoft.com/office/drawing/2014/main" id="{2740E18D-230E-EEEB-5FF0-4ADE182230D4}"/>
                </a:ext>
              </a:extLst>
            </p:cNvPr>
            <p:cNvSpPr txBox="1"/>
            <p:nvPr/>
          </p:nvSpPr>
          <p:spPr>
            <a:xfrm>
              <a:off x="12500344" y="7973555"/>
              <a:ext cx="4720856" cy="1661993"/>
            </a:xfrm>
            <a:prstGeom prst="rect">
              <a:avLst/>
            </a:prstGeom>
            <a:noFill/>
          </p:spPr>
          <p:txBody>
            <a:bodyPr wrap="square">
              <a:spAutoFit/>
            </a:bodyPr>
            <a:lstStyle/>
            <a:p>
              <a:pPr algn="ctr"/>
              <a:r>
                <a:rPr lang="en-US" sz="1200">
                  <a:solidFill>
                    <a:schemeClr val="bg1">
                      <a:lumMod val="75000"/>
                    </a:schemeClr>
                  </a:solidFill>
                </a:rPr>
                <a:t>Maintain their </a:t>
              </a:r>
              <a:r>
                <a:rPr lang="en-US" sz="1200" b="1">
                  <a:solidFill>
                    <a:schemeClr val="bg1">
                      <a:lumMod val="75000"/>
                    </a:schemeClr>
                  </a:solidFill>
                </a:rPr>
                <a:t>competitive edge</a:t>
              </a:r>
              <a:r>
                <a:rPr lang="en-US" sz="1200">
                  <a:solidFill>
                    <a:schemeClr val="bg1">
                      <a:lumMod val="75000"/>
                    </a:schemeClr>
                  </a:solidFill>
                </a:rPr>
                <a:t>, attract top talent, and continue their legacy of shaping future leaders and innovators</a:t>
              </a:r>
              <a:endParaRPr lang="uk-UA" sz="1200">
                <a:solidFill>
                  <a:schemeClr val="bg1">
                    <a:lumMod val="75000"/>
                  </a:schemeClr>
                </a:solidFill>
              </a:endParaRPr>
            </a:p>
          </p:txBody>
        </p:sp>
        <p:pic>
          <p:nvPicPr>
            <p:cNvPr id="23" name="Graphic 22" descr="Priorities with solid fill">
              <a:extLst>
                <a:ext uri="{FF2B5EF4-FFF2-40B4-BE49-F238E27FC236}">
                  <a16:creationId xmlns:a16="http://schemas.microsoft.com/office/drawing/2014/main" id="{3BC37BD1-FE99-D01A-95B5-D3ECE29F5E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237356" y="7089554"/>
              <a:ext cx="914400" cy="914400"/>
            </a:xfrm>
            <a:prstGeom prst="rect">
              <a:avLst/>
            </a:prstGeom>
          </p:spPr>
        </p:pic>
      </p:grpSp>
      <p:grpSp>
        <p:nvGrpSpPr>
          <p:cNvPr id="16" name="Group 15">
            <a:extLst>
              <a:ext uri="{FF2B5EF4-FFF2-40B4-BE49-F238E27FC236}">
                <a16:creationId xmlns:a16="http://schemas.microsoft.com/office/drawing/2014/main" id="{6A6CBE9D-A227-99A4-34B8-075421366D7D}"/>
              </a:ext>
            </a:extLst>
          </p:cNvPr>
          <p:cNvGrpSpPr/>
          <p:nvPr/>
        </p:nvGrpSpPr>
        <p:grpSpPr>
          <a:xfrm>
            <a:off x="647700" y="3486150"/>
            <a:ext cx="2208028" cy="1173391"/>
            <a:chOff x="1295400" y="6972300"/>
            <a:chExt cx="4416056" cy="2346782"/>
          </a:xfrm>
        </p:grpSpPr>
        <p:sp>
          <p:nvSpPr>
            <p:cNvPr id="8" name="TextBox 7">
              <a:extLst>
                <a:ext uri="{FF2B5EF4-FFF2-40B4-BE49-F238E27FC236}">
                  <a16:creationId xmlns:a16="http://schemas.microsoft.com/office/drawing/2014/main" id="{A6581576-49FF-C61F-338E-45B9B6BD3E1E}"/>
                </a:ext>
              </a:extLst>
            </p:cNvPr>
            <p:cNvSpPr txBox="1"/>
            <p:nvPr/>
          </p:nvSpPr>
          <p:spPr>
            <a:xfrm>
              <a:off x="1295400" y="8026420"/>
              <a:ext cx="4416056" cy="1292662"/>
            </a:xfrm>
            <a:prstGeom prst="rect">
              <a:avLst/>
            </a:prstGeom>
            <a:noFill/>
          </p:spPr>
          <p:txBody>
            <a:bodyPr wrap="square">
              <a:spAutoFit/>
            </a:bodyPr>
            <a:lstStyle/>
            <a:p>
              <a:pPr algn="ctr"/>
              <a:r>
                <a:rPr lang="en-US" sz="1200">
                  <a:solidFill>
                    <a:schemeClr val="bg1">
                      <a:lumMod val="75000"/>
                    </a:schemeClr>
                  </a:solidFill>
                </a:rPr>
                <a:t>Reduce </a:t>
              </a:r>
              <a:r>
                <a:rPr lang="en-US" sz="1200" b="1">
                  <a:solidFill>
                    <a:schemeClr val="bg1">
                      <a:lumMod val="75000"/>
                    </a:schemeClr>
                  </a:solidFill>
                </a:rPr>
                <a:t>administrative burden </a:t>
              </a:r>
              <a:r>
                <a:rPr lang="en-US" sz="1200">
                  <a:solidFill>
                    <a:schemeClr val="bg1">
                      <a:lumMod val="75000"/>
                    </a:schemeClr>
                  </a:solidFill>
                </a:rPr>
                <a:t>of repetitive tasks</a:t>
              </a:r>
            </a:p>
            <a:p>
              <a:pPr algn="ctr"/>
              <a:r>
                <a:rPr lang="en-US" sz="1200">
                  <a:solidFill>
                    <a:schemeClr val="bg1">
                      <a:lumMod val="75000"/>
                    </a:schemeClr>
                  </a:solidFill>
                </a:rPr>
                <a:t>(incl. document translation)</a:t>
              </a:r>
              <a:endParaRPr lang="en-US" sz="1200"/>
            </a:p>
          </p:txBody>
        </p:sp>
        <p:pic>
          <p:nvPicPr>
            <p:cNvPr id="25" name="Graphic 24" descr="Stopwatch with solid fill">
              <a:extLst>
                <a:ext uri="{FF2B5EF4-FFF2-40B4-BE49-F238E27FC236}">
                  <a16:creationId xmlns:a16="http://schemas.microsoft.com/office/drawing/2014/main" id="{1178527A-2CE0-3AC9-D7CE-7F3055F9C08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104649" y="6972300"/>
              <a:ext cx="914400" cy="914400"/>
            </a:xfrm>
            <a:prstGeom prst="rect">
              <a:avLst/>
            </a:prstGeom>
          </p:spPr>
        </p:pic>
      </p:grpSp>
      <p:grpSp>
        <p:nvGrpSpPr>
          <p:cNvPr id="14" name="Group 13">
            <a:extLst>
              <a:ext uri="{FF2B5EF4-FFF2-40B4-BE49-F238E27FC236}">
                <a16:creationId xmlns:a16="http://schemas.microsoft.com/office/drawing/2014/main" id="{62E696D9-C66F-07AB-E992-77A4D9A7E853}"/>
              </a:ext>
            </a:extLst>
          </p:cNvPr>
          <p:cNvGrpSpPr/>
          <p:nvPr/>
        </p:nvGrpSpPr>
        <p:grpSpPr>
          <a:xfrm>
            <a:off x="3473077" y="3486615"/>
            <a:ext cx="2208028" cy="1321650"/>
            <a:chOff x="6946154" y="6973229"/>
            <a:chExt cx="4416056" cy="2643298"/>
          </a:xfrm>
        </p:grpSpPr>
        <p:sp>
          <p:nvSpPr>
            <p:cNvPr id="10" name="TextBox 9">
              <a:extLst>
                <a:ext uri="{FF2B5EF4-FFF2-40B4-BE49-F238E27FC236}">
                  <a16:creationId xmlns:a16="http://schemas.microsoft.com/office/drawing/2014/main" id="{3829F526-F7DD-52B5-263F-C78D23261342}"/>
                </a:ext>
              </a:extLst>
            </p:cNvPr>
            <p:cNvSpPr txBox="1"/>
            <p:nvPr/>
          </p:nvSpPr>
          <p:spPr>
            <a:xfrm>
              <a:off x="6946154" y="7954534"/>
              <a:ext cx="4416056" cy="1661993"/>
            </a:xfrm>
            <a:prstGeom prst="rect">
              <a:avLst/>
            </a:prstGeom>
            <a:noFill/>
          </p:spPr>
          <p:txBody>
            <a:bodyPr wrap="square">
              <a:spAutoFit/>
            </a:bodyPr>
            <a:lstStyle/>
            <a:p>
              <a:pPr algn="ctr"/>
              <a:r>
                <a:rPr lang="en-US" sz="1200">
                  <a:solidFill>
                    <a:schemeClr val="bg1">
                      <a:lumMod val="75000"/>
                    </a:schemeClr>
                  </a:solidFill>
                </a:rPr>
                <a:t>Ensure their graduates are </a:t>
              </a:r>
              <a:r>
                <a:rPr lang="en-US" sz="1200" b="1">
                  <a:solidFill>
                    <a:schemeClr val="bg1">
                      <a:lumMod val="75000"/>
                    </a:schemeClr>
                  </a:solidFill>
                </a:rPr>
                <a:t>equipped with the skills </a:t>
              </a:r>
              <a:r>
                <a:rPr lang="en-US" sz="1200">
                  <a:solidFill>
                    <a:schemeClr val="bg1">
                      <a:lumMod val="75000"/>
                    </a:schemeClr>
                  </a:solidFill>
                </a:rPr>
                <a:t>needed in a rapidly evolving technological landscape</a:t>
              </a:r>
              <a:endParaRPr lang="en-US" sz="1200"/>
            </a:p>
          </p:txBody>
        </p:sp>
        <p:pic>
          <p:nvPicPr>
            <p:cNvPr id="27" name="Graphic 26" descr="Office worker female with solid fill">
              <a:extLst>
                <a:ext uri="{FF2B5EF4-FFF2-40B4-BE49-F238E27FC236}">
                  <a16:creationId xmlns:a16="http://schemas.microsoft.com/office/drawing/2014/main" id="{3304BED0-374D-2DDF-F4C8-BBFFBB5204B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96982" y="6973229"/>
              <a:ext cx="914400" cy="914400"/>
            </a:xfrm>
            <a:prstGeom prst="rect">
              <a:avLst/>
            </a:prstGeom>
          </p:spPr>
        </p:pic>
      </p:grpSp>
      <p:grpSp>
        <p:nvGrpSpPr>
          <p:cNvPr id="7" name="Group 6">
            <a:extLst>
              <a:ext uri="{FF2B5EF4-FFF2-40B4-BE49-F238E27FC236}">
                <a16:creationId xmlns:a16="http://schemas.microsoft.com/office/drawing/2014/main" id="{C10AAFC3-72AD-E312-04B2-78234F4D7B92}"/>
              </a:ext>
            </a:extLst>
          </p:cNvPr>
          <p:cNvGrpSpPr/>
          <p:nvPr/>
        </p:nvGrpSpPr>
        <p:grpSpPr>
          <a:xfrm>
            <a:off x="3467986" y="2222835"/>
            <a:ext cx="2208028" cy="1346763"/>
            <a:chOff x="6935972" y="4686300"/>
            <a:chExt cx="4416056" cy="2693526"/>
          </a:xfrm>
        </p:grpSpPr>
        <p:sp>
          <p:nvSpPr>
            <p:cNvPr id="17" name="TextBox 16">
              <a:extLst>
                <a:ext uri="{FF2B5EF4-FFF2-40B4-BE49-F238E27FC236}">
                  <a16:creationId xmlns:a16="http://schemas.microsoft.com/office/drawing/2014/main" id="{451A80E4-4AE1-4370-8FD7-9C50CC2BF0C8}"/>
                </a:ext>
              </a:extLst>
            </p:cNvPr>
            <p:cNvSpPr txBox="1"/>
            <p:nvPr/>
          </p:nvSpPr>
          <p:spPr>
            <a:xfrm>
              <a:off x="6935972" y="5717832"/>
              <a:ext cx="4416056" cy="1661994"/>
            </a:xfrm>
            <a:prstGeom prst="rect">
              <a:avLst/>
            </a:prstGeom>
            <a:noFill/>
          </p:spPr>
          <p:txBody>
            <a:bodyPr wrap="square" rtlCol="0">
              <a:spAutoFit/>
            </a:bodyPr>
            <a:lstStyle/>
            <a:p>
              <a:pPr algn="ctr"/>
              <a:r>
                <a:rPr lang="en-US" sz="1200">
                  <a:solidFill>
                    <a:schemeClr val="bg1">
                      <a:lumMod val="75000"/>
                    </a:schemeClr>
                  </a:solidFill>
                </a:rPr>
                <a:t>Improve </a:t>
              </a:r>
              <a:r>
                <a:rPr lang="en-US" sz="1200" b="1">
                  <a:solidFill>
                    <a:schemeClr val="bg1">
                      <a:lumMod val="75000"/>
                    </a:schemeClr>
                  </a:solidFill>
                </a:rPr>
                <a:t>engagement</a:t>
              </a:r>
              <a:r>
                <a:rPr lang="en-US" sz="1200">
                  <a:solidFill>
                    <a:schemeClr val="bg1">
                      <a:lumMod val="75000"/>
                    </a:schemeClr>
                  </a:solidFill>
                </a:rPr>
                <a:t> through interactive AI-powered tools </a:t>
              </a:r>
            </a:p>
            <a:p>
              <a:pPr algn="ctr"/>
              <a:r>
                <a:rPr lang="en-US" sz="1200">
                  <a:solidFill>
                    <a:schemeClr val="bg1">
                      <a:lumMod val="75000"/>
                    </a:schemeClr>
                  </a:solidFill>
                </a:rPr>
                <a:t>(incl. admissions bots)</a:t>
              </a:r>
              <a:endParaRPr lang="uk-UA" sz="1200">
                <a:solidFill>
                  <a:schemeClr val="bg1">
                    <a:lumMod val="75000"/>
                  </a:schemeClr>
                </a:solidFill>
              </a:endParaRPr>
            </a:p>
          </p:txBody>
        </p:sp>
        <p:pic>
          <p:nvPicPr>
            <p:cNvPr id="29" name="Graphic 28" descr="Illustrator with solid fill">
              <a:extLst>
                <a:ext uri="{FF2B5EF4-FFF2-40B4-BE49-F238E27FC236}">
                  <a16:creationId xmlns:a16="http://schemas.microsoft.com/office/drawing/2014/main" id="{978D9F18-C3BD-B179-BA6F-1BA950C2D04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40337" y="4686300"/>
              <a:ext cx="914400" cy="914400"/>
            </a:xfrm>
            <a:prstGeom prst="rect">
              <a:avLst/>
            </a:prstGeom>
          </p:spPr>
        </p:pic>
      </p:grpSp>
      <p:grpSp>
        <p:nvGrpSpPr>
          <p:cNvPr id="5" name="Group 4">
            <a:extLst>
              <a:ext uri="{FF2B5EF4-FFF2-40B4-BE49-F238E27FC236}">
                <a16:creationId xmlns:a16="http://schemas.microsoft.com/office/drawing/2014/main" id="{F3DD0C36-F739-D7A6-70AA-FF3424D4BB79}"/>
              </a:ext>
            </a:extLst>
          </p:cNvPr>
          <p:cNvGrpSpPr/>
          <p:nvPr/>
        </p:nvGrpSpPr>
        <p:grpSpPr>
          <a:xfrm>
            <a:off x="571500" y="2256984"/>
            <a:ext cx="2476500" cy="1290649"/>
            <a:chOff x="1143000" y="4754598"/>
            <a:chExt cx="4953000" cy="2581296"/>
          </a:xfrm>
        </p:grpSpPr>
        <p:sp>
          <p:nvSpPr>
            <p:cNvPr id="15" name="TextBox 14">
              <a:extLst>
                <a:ext uri="{FF2B5EF4-FFF2-40B4-BE49-F238E27FC236}">
                  <a16:creationId xmlns:a16="http://schemas.microsoft.com/office/drawing/2014/main" id="{39047CE0-920D-4E63-9995-7B8550294F3B}"/>
                </a:ext>
              </a:extLst>
            </p:cNvPr>
            <p:cNvSpPr txBox="1"/>
            <p:nvPr/>
          </p:nvSpPr>
          <p:spPr>
            <a:xfrm>
              <a:off x="1143000" y="5673901"/>
              <a:ext cx="4953000" cy="1661993"/>
            </a:xfrm>
            <a:prstGeom prst="rect">
              <a:avLst/>
            </a:prstGeom>
            <a:noFill/>
          </p:spPr>
          <p:txBody>
            <a:bodyPr wrap="square" rtlCol="0">
              <a:spAutoFit/>
            </a:bodyPr>
            <a:lstStyle/>
            <a:p>
              <a:pPr algn="ctr"/>
              <a:r>
                <a:rPr lang="en-US" sz="1200">
                  <a:solidFill>
                    <a:schemeClr val="bg1">
                      <a:lumMod val="75000"/>
                    </a:schemeClr>
                  </a:solidFill>
                </a:rPr>
                <a:t>Offer </a:t>
              </a:r>
              <a:r>
                <a:rPr lang="en-US" sz="1200" b="1">
                  <a:solidFill>
                    <a:schemeClr val="bg1">
                      <a:lumMod val="75000"/>
                    </a:schemeClr>
                  </a:solidFill>
                </a:rPr>
                <a:t>personalized</a:t>
              </a:r>
              <a:r>
                <a:rPr lang="en-US" sz="1200">
                  <a:solidFill>
                    <a:schemeClr val="bg1">
                      <a:lumMod val="75000"/>
                    </a:schemeClr>
                  </a:solidFill>
                </a:rPr>
                <a:t> education tailored to individual student needs</a:t>
              </a:r>
              <a:br>
                <a:rPr lang="en-US" sz="1200">
                  <a:solidFill>
                    <a:schemeClr val="bg1">
                      <a:lumMod val="75000"/>
                    </a:schemeClr>
                  </a:solidFill>
                </a:rPr>
              </a:br>
              <a:r>
                <a:rPr lang="en-US" sz="1200">
                  <a:solidFill>
                    <a:schemeClr val="bg1">
                      <a:lumMod val="75000"/>
                    </a:schemeClr>
                  </a:solidFill>
                </a:rPr>
                <a:t>(incl. tutor bots)</a:t>
              </a:r>
              <a:endParaRPr lang="uk-UA" sz="1200">
                <a:solidFill>
                  <a:schemeClr val="bg1">
                    <a:lumMod val="75000"/>
                  </a:schemeClr>
                </a:solidFill>
              </a:endParaRPr>
            </a:p>
          </p:txBody>
        </p:sp>
        <p:pic>
          <p:nvPicPr>
            <p:cNvPr id="31" name="Graphic 30" descr="Atom with solid fill">
              <a:extLst>
                <a:ext uri="{FF2B5EF4-FFF2-40B4-BE49-F238E27FC236}">
                  <a16:creationId xmlns:a16="http://schemas.microsoft.com/office/drawing/2014/main" id="{0227DA07-F5E7-56CF-69BA-4865BA2DFB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129044" y="4754598"/>
              <a:ext cx="914400" cy="914400"/>
            </a:xfrm>
            <a:prstGeom prst="rect">
              <a:avLst/>
            </a:prstGeom>
          </p:spPr>
        </p:pic>
      </p:grpSp>
      <p:grpSp>
        <p:nvGrpSpPr>
          <p:cNvPr id="9" name="Group 8">
            <a:extLst>
              <a:ext uri="{FF2B5EF4-FFF2-40B4-BE49-F238E27FC236}">
                <a16:creationId xmlns:a16="http://schemas.microsoft.com/office/drawing/2014/main" id="{21309087-A704-98CE-F6F8-2490922BAE40}"/>
              </a:ext>
            </a:extLst>
          </p:cNvPr>
          <p:cNvGrpSpPr/>
          <p:nvPr/>
        </p:nvGrpSpPr>
        <p:grpSpPr>
          <a:xfrm>
            <a:off x="6250172" y="2236346"/>
            <a:ext cx="2208028" cy="1311288"/>
            <a:chOff x="12500344" y="4713322"/>
            <a:chExt cx="4416056" cy="2622576"/>
          </a:xfrm>
        </p:grpSpPr>
        <p:sp>
          <p:nvSpPr>
            <p:cNvPr id="20" name="TextBox 19">
              <a:extLst>
                <a:ext uri="{FF2B5EF4-FFF2-40B4-BE49-F238E27FC236}">
                  <a16:creationId xmlns:a16="http://schemas.microsoft.com/office/drawing/2014/main" id="{EE5331E3-9FF1-4F19-AF42-59A91C06A97A}"/>
                </a:ext>
              </a:extLst>
            </p:cNvPr>
            <p:cNvSpPr txBox="1"/>
            <p:nvPr/>
          </p:nvSpPr>
          <p:spPr>
            <a:xfrm>
              <a:off x="12500344" y="5673904"/>
              <a:ext cx="4416056" cy="1661994"/>
            </a:xfrm>
            <a:prstGeom prst="rect">
              <a:avLst/>
            </a:prstGeom>
            <a:noFill/>
          </p:spPr>
          <p:txBody>
            <a:bodyPr wrap="square" rtlCol="0">
              <a:spAutoFit/>
            </a:bodyPr>
            <a:lstStyle/>
            <a:p>
              <a:pPr algn="ctr"/>
              <a:r>
                <a:rPr lang="en-US" sz="1200">
                  <a:solidFill>
                    <a:schemeClr val="bg1">
                      <a:lumMod val="75000"/>
                    </a:schemeClr>
                  </a:solidFill>
                </a:rPr>
                <a:t>Support faculty with </a:t>
              </a:r>
              <a:r>
                <a:rPr lang="en-US" sz="1200" b="1">
                  <a:solidFill>
                    <a:schemeClr val="bg1">
                      <a:lumMod val="75000"/>
                    </a:schemeClr>
                  </a:solidFill>
                </a:rPr>
                <a:t>advanced research </a:t>
              </a:r>
              <a:r>
                <a:rPr lang="en-US" sz="1200">
                  <a:solidFill>
                    <a:schemeClr val="bg1">
                      <a:lumMod val="75000"/>
                    </a:schemeClr>
                  </a:solidFill>
                </a:rPr>
                <a:t>capabilities</a:t>
              </a:r>
            </a:p>
            <a:p>
              <a:pPr algn="ctr"/>
              <a:r>
                <a:rPr lang="en-US" sz="1200">
                  <a:solidFill>
                    <a:schemeClr val="bg1">
                      <a:lumMod val="75000"/>
                    </a:schemeClr>
                  </a:solidFill>
                </a:rPr>
                <a:t>(incl. API access to LLMs)</a:t>
              </a:r>
            </a:p>
          </p:txBody>
        </p:sp>
        <p:pic>
          <p:nvPicPr>
            <p:cNvPr id="35" name="Graphic 34" descr="DNA with solid fill">
              <a:extLst>
                <a:ext uri="{FF2B5EF4-FFF2-40B4-BE49-F238E27FC236}">
                  <a16:creationId xmlns:a16="http://schemas.microsoft.com/office/drawing/2014/main" id="{834421A6-E31D-E311-4601-C31F54A47E3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337644" y="4713322"/>
              <a:ext cx="914400" cy="914400"/>
            </a:xfrm>
            <a:prstGeom prst="rect">
              <a:avLst/>
            </a:prstGeom>
          </p:spPr>
        </p:pic>
      </p:grpSp>
      <p:pic>
        <p:nvPicPr>
          <p:cNvPr id="2" name="Picture 1" descr="A black and grey logo&#10;&#10;Description automatically generated">
            <a:extLst>
              <a:ext uri="{FF2B5EF4-FFF2-40B4-BE49-F238E27FC236}">
                <a16:creationId xmlns:a16="http://schemas.microsoft.com/office/drawing/2014/main" id="{0FB49747-9A47-4D61-5D4A-E520211BEC1B}"/>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52400" y="4843743"/>
            <a:ext cx="952500" cy="149821"/>
          </a:xfrm>
          <a:prstGeom prst="rect">
            <a:avLst/>
          </a:prstGeom>
        </p:spPr>
      </p:pic>
    </p:spTree>
    <p:extLst>
      <p:ext uri="{BB962C8B-B14F-4D97-AF65-F5344CB8AC3E}">
        <p14:creationId xmlns:p14="http://schemas.microsoft.com/office/powerpoint/2010/main" val="2450104229"/>
      </p:ext>
    </p:extLst>
  </p:cSld>
  <p:clrMapOvr>
    <a:masterClrMapping/>
  </p:clrMapOvr>
  <mc:AlternateContent xmlns:mc="http://schemas.openxmlformats.org/markup-compatibility/2006" xmlns:p14="http://schemas.microsoft.com/office/powerpoint/2010/main">
    <mc:Choice Requires="p14">
      <p:transition spd="slow" p14:dur="1500">
        <p14:prism dir="u"/>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73333">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73333">
                                          <p:cBhvr additive="base">
                                            <p:cTn id="7" dur="1500" fill="hold"/>
                                            <p:tgtEl>
                                              <p:spTgt spid="3"/>
                                            </p:tgtEl>
                                            <p:attrNameLst>
                                              <p:attrName>ppt_x</p:attrName>
                                            </p:attrNameLst>
                                          </p:cBhvr>
                                          <p:tavLst>
                                            <p:tav tm="0">
                                              <p:val>
                                                <p:strVal val="#ppt_x"/>
                                              </p:val>
                                            </p:tav>
                                            <p:tav tm="100000">
                                              <p:val>
                                                <p:strVal val="#ppt_x"/>
                                              </p:val>
                                            </p:tav>
                                          </p:tavLst>
                                        </p:anim>
                                        <p:anim calcmode="lin" valueType="num" p14:bounceEnd="73333">
                                          <p:cBhvr additive="base">
                                            <p:cTn id="8" dur="1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73333">
                                      <p:stCondLst>
                                        <p:cond delay="100"/>
                                      </p:stCondLst>
                                      <p:childTnLst>
                                        <p:set>
                                          <p:cBhvr>
                                            <p:cTn id="10" dur="1" fill="hold">
                                              <p:stCondLst>
                                                <p:cond delay="0"/>
                                              </p:stCondLst>
                                            </p:cTn>
                                            <p:tgtEl>
                                              <p:spTgt spid="11"/>
                                            </p:tgtEl>
                                            <p:attrNameLst>
                                              <p:attrName>style.visibility</p:attrName>
                                            </p:attrNameLst>
                                          </p:cBhvr>
                                          <p:to>
                                            <p:strVal val="visible"/>
                                          </p:to>
                                        </p:set>
                                        <p:anim calcmode="lin" valueType="num" p14:bounceEnd="73333">
                                          <p:cBhvr additive="base">
                                            <p:cTn id="11" dur="1500" fill="hold"/>
                                            <p:tgtEl>
                                              <p:spTgt spid="11"/>
                                            </p:tgtEl>
                                            <p:attrNameLst>
                                              <p:attrName>ppt_x</p:attrName>
                                            </p:attrNameLst>
                                          </p:cBhvr>
                                          <p:tavLst>
                                            <p:tav tm="0">
                                              <p:val>
                                                <p:strVal val="#ppt_x"/>
                                              </p:val>
                                            </p:tav>
                                            <p:tav tm="100000">
                                              <p:val>
                                                <p:strVal val="#ppt_x"/>
                                              </p:val>
                                            </p:tav>
                                          </p:tavLst>
                                        </p:anim>
                                        <p:anim calcmode="lin" valueType="num" p14:bounceEnd="73333">
                                          <p:cBhvr additive="base">
                                            <p:cTn id="12" dur="1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14:presetBounceEnd="73333">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14:bounceEnd="73333">
                                          <p:cBhvr additive="base">
                                            <p:cTn id="17" dur="1500" fill="hold"/>
                                            <p:tgtEl>
                                              <p:spTgt spid="4"/>
                                            </p:tgtEl>
                                            <p:attrNameLst>
                                              <p:attrName>ppt_x</p:attrName>
                                            </p:attrNameLst>
                                          </p:cBhvr>
                                          <p:tavLst>
                                            <p:tav tm="0">
                                              <p:val>
                                                <p:strVal val="#ppt_x"/>
                                              </p:val>
                                            </p:tav>
                                            <p:tav tm="100000">
                                              <p:val>
                                                <p:strVal val="#ppt_x"/>
                                              </p:val>
                                            </p:tav>
                                          </p:tavLst>
                                        </p:anim>
                                        <p:anim calcmode="lin" valueType="num" p14:bounceEnd="73333">
                                          <p:cBhvr additive="base">
                                            <p:cTn id="18" dur="1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14:presetBounceEnd="73333">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14:bounceEnd="73333">
                                          <p:cBhvr additive="base">
                                            <p:cTn id="23" dur="1500" fill="hold"/>
                                            <p:tgtEl>
                                              <p:spTgt spid="5"/>
                                            </p:tgtEl>
                                            <p:attrNameLst>
                                              <p:attrName>ppt_x</p:attrName>
                                            </p:attrNameLst>
                                          </p:cBhvr>
                                          <p:tavLst>
                                            <p:tav tm="0">
                                              <p:val>
                                                <p:strVal val="#ppt_x"/>
                                              </p:val>
                                            </p:tav>
                                            <p:tav tm="100000">
                                              <p:val>
                                                <p:strVal val="#ppt_x"/>
                                              </p:val>
                                            </p:tav>
                                          </p:tavLst>
                                        </p:anim>
                                        <p:anim calcmode="lin" valueType="num" p14:bounceEnd="73333">
                                          <p:cBhvr additive="base">
                                            <p:cTn id="24" dur="1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14:presetBounceEnd="73333">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14:bounceEnd="73333">
                                          <p:cBhvr additive="base">
                                            <p:cTn id="29" dur="1500" fill="hold"/>
                                            <p:tgtEl>
                                              <p:spTgt spid="7"/>
                                            </p:tgtEl>
                                            <p:attrNameLst>
                                              <p:attrName>ppt_x</p:attrName>
                                            </p:attrNameLst>
                                          </p:cBhvr>
                                          <p:tavLst>
                                            <p:tav tm="0">
                                              <p:val>
                                                <p:strVal val="#ppt_x"/>
                                              </p:val>
                                            </p:tav>
                                            <p:tav tm="100000">
                                              <p:val>
                                                <p:strVal val="#ppt_x"/>
                                              </p:val>
                                            </p:tav>
                                          </p:tavLst>
                                        </p:anim>
                                        <p:anim calcmode="lin" valueType="num" p14:bounceEnd="73333">
                                          <p:cBhvr additive="base">
                                            <p:cTn id="30" dur="1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14:presetBounceEnd="73333">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14:bounceEnd="73333">
                                          <p:cBhvr additive="base">
                                            <p:cTn id="35" dur="1500" fill="hold"/>
                                            <p:tgtEl>
                                              <p:spTgt spid="9"/>
                                            </p:tgtEl>
                                            <p:attrNameLst>
                                              <p:attrName>ppt_x</p:attrName>
                                            </p:attrNameLst>
                                          </p:cBhvr>
                                          <p:tavLst>
                                            <p:tav tm="0">
                                              <p:val>
                                                <p:strVal val="#ppt_x"/>
                                              </p:val>
                                            </p:tav>
                                            <p:tav tm="100000">
                                              <p:val>
                                                <p:strVal val="#ppt_x"/>
                                              </p:val>
                                            </p:tav>
                                          </p:tavLst>
                                        </p:anim>
                                        <p:anim calcmode="lin" valueType="num" p14:bounceEnd="73333">
                                          <p:cBhvr additive="base">
                                            <p:cTn id="36" dur="1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14:presetBounceEnd="73333">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14:bounceEnd="73333">
                                          <p:cBhvr additive="base">
                                            <p:cTn id="41" dur="1500" fill="hold"/>
                                            <p:tgtEl>
                                              <p:spTgt spid="16"/>
                                            </p:tgtEl>
                                            <p:attrNameLst>
                                              <p:attrName>ppt_x</p:attrName>
                                            </p:attrNameLst>
                                          </p:cBhvr>
                                          <p:tavLst>
                                            <p:tav tm="0">
                                              <p:val>
                                                <p:strVal val="#ppt_x"/>
                                              </p:val>
                                            </p:tav>
                                            <p:tav tm="100000">
                                              <p:val>
                                                <p:strVal val="#ppt_x"/>
                                              </p:val>
                                            </p:tav>
                                          </p:tavLst>
                                        </p:anim>
                                        <p:anim calcmode="lin" valueType="num" p14:bounceEnd="73333">
                                          <p:cBhvr additive="base">
                                            <p:cTn id="42" dur="1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14:presetBounceEnd="73333">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14:bounceEnd="73333">
                                          <p:cBhvr additive="base">
                                            <p:cTn id="47" dur="1500" fill="hold"/>
                                            <p:tgtEl>
                                              <p:spTgt spid="14"/>
                                            </p:tgtEl>
                                            <p:attrNameLst>
                                              <p:attrName>ppt_x</p:attrName>
                                            </p:attrNameLst>
                                          </p:cBhvr>
                                          <p:tavLst>
                                            <p:tav tm="0">
                                              <p:val>
                                                <p:strVal val="#ppt_x"/>
                                              </p:val>
                                            </p:tav>
                                            <p:tav tm="100000">
                                              <p:val>
                                                <p:strVal val="#ppt_x"/>
                                              </p:val>
                                            </p:tav>
                                          </p:tavLst>
                                        </p:anim>
                                        <p:anim calcmode="lin" valueType="num" p14:bounceEnd="73333">
                                          <p:cBhvr additive="base">
                                            <p:cTn id="48" dur="1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14:presetBounceEnd="73333">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14:bounceEnd="73333">
                                          <p:cBhvr additive="base">
                                            <p:cTn id="53" dur="1500" fill="hold"/>
                                            <p:tgtEl>
                                              <p:spTgt spid="13"/>
                                            </p:tgtEl>
                                            <p:attrNameLst>
                                              <p:attrName>ppt_x</p:attrName>
                                            </p:attrNameLst>
                                          </p:cBhvr>
                                          <p:tavLst>
                                            <p:tav tm="0">
                                              <p:val>
                                                <p:strVal val="#ppt_x"/>
                                              </p:val>
                                            </p:tav>
                                            <p:tav tm="100000">
                                              <p:val>
                                                <p:strVal val="#ppt_x"/>
                                              </p:val>
                                            </p:tav>
                                          </p:tavLst>
                                        </p:anim>
                                        <p:anim calcmode="lin" valueType="num" p14:bounceEnd="73333">
                                          <p:cBhvr additive="base">
                                            <p:cTn id="54" dur="1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500" fill="hold"/>
                                            <p:tgtEl>
                                              <p:spTgt spid="3"/>
                                            </p:tgtEl>
                                            <p:attrNameLst>
                                              <p:attrName>ppt_x</p:attrName>
                                            </p:attrNameLst>
                                          </p:cBhvr>
                                          <p:tavLst>
                                            <p:tav tm="0">
                                              <p:val>
                                                <p:strVal val="#ppt_x"/>
                                              </p:val>
                                            </p:tav>
                                            <p:tav tm="100000">
                                              <p:val>
                                                <p:strVal val="#ppt_x"/>
                                              </p:val>
                                            </p:tav>
                                          </p:tavLst>
                                        </p:anim>
                                        <p:anim calcmode="lin" valueType="num">
                                          <p:cBhvr additive="base">
                                            <p:cTn id="8" dur="1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10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500" fill="hold"/>
                                            <p:tgtEl>
                                              <p:spTgt spid="11"/>
                                            </p:tgtEl>
                                            <p:attrNameLst>
                                              <p:attrName>ppt_x</p:attrName>
                                            </p:attrNameLst>
                                          </p:cBhvr>
                                          <p:tavLst>
                                            <p:tav tm="0">
                                              <p:val>
                                                <p:strVal val="#ppt_x"/>
                                              </p:val>
                                            </p:tav>
                                            <p:tav tm="100000">
                                              <p:val>
                                                <p:strVal val="#ppt_x"/>
                                              </p:val>
                                            </p:tav>
                                          </p:tavLst>
                                        </p:anim>
                                        <p:anim calcmode="lin" valueType="num">
                                          <p:cBhvr additive="base">
                                            <p:cTn id="12" dur="1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0" fill="hold"/>
                                            <p:tgtEl>
                                              <p:spTgt spid="4"/>
                                            </p:tgtEl>
                                            <p:attrNameLst>
                                              <p:attrName>ppt_x</p:attrName>
                                            </p:attrNameLst>
                                          </p:cBhvr>
                                          <p:tavLst>
                                            <p:tav tm="0">
                                              <p:val>
                                                <p:strVal val="#ppt_x"/>
                                              </p:val>
                                            </p:tav>
                                            <p:tav tm="100000">
                                              <p:val>
                                                <p:strVal val="#ppt_x"/>
                                              </p:val>
                                            </p:tav>
                                          </p:tavLst>
                                        </p:anim>
                                        <p:anim calcmode="lin" valueType="num">
                                          <p:cBhvr additive="base">
                                            <p:cTn id="18" dur="1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500" fill="hold"/>
                                            <p:tgtEl>
                                              <p:spTgt spid="5"/>
                                            </p:tgtEl>
                                            <p:attrNameLst>
                                              <p:attrName>ppt_x</p:attrName>
                                            </p:attrNameLst>
                                          </p:cBhvr>
                                          <p:tavLst>
                                            <p:tav tm="0">
                                              <p:val>
                                                <p:strVal val="#ppt_x"/>
                                              </p:val>
                                            </p:tav>
                                            <p:tav tm="100000">
                                              <p:val>
                                                <p:strVal val="#ppt_x"/>
                                              </p:val>
                                            </p:tav>
                                          </p:tavLst>
                                        </p:anim>
                                        <p:anim calcmode="lin" valueType="num">
                                          <p:cBhvr additive="base">
                                            <p:cTn id="24" dur="1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1500" fill="hold"/>
                                            <p:tgtEl>
                                              <p:spTgt spid="7"/>
                                            </p:tgtEl>
                                            <p:attrNameLst>
                                              <p:attrName>ppt_x</p:attrName>
                                            </p:attrNameLst>
                                          </p:cBhvr>
                                          <p:tavLst>
                                            <p:tav tm="0">
                                              <p:val>
                                                <p:strVal val="#ppt_x"/>
                                              </p:val>
                                            </p:tav>
                                            <p:tav tm="100000">
                                              <p:val>
                                                <p:strVal val="#ppt_x"/>
                                              </p:val>
                                            </p:tav>
                                          </p:tavLst>
                                        </p:anim>
                                        <p:anim calcmode="lin" valueType="num">
                                          <p:cBhvr additive="base">
                                            <p:cTn id="30" dur="1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500" fill="hold"/>
                                            <p:tgtEl>
                                              <p:spTgt spid="9"/>
                                            </p:tgtEl>
                                            <p:attrNameLst>
                                              <p:attrName>ppt_x</p:attrName>
                                            </p:attrNameLst>
                                          </p:cBhvr>
                                          <p:tavLst>
                                            <p:tav tm="0">
                                              <p:val>
                                                <p:strVal val="#ppt_x"/>
                                              </p:val>
                                            </p:tav>
                                            <p:tav tm="100000">
                                              <p:val>
                                                <p:strVal val="#ppt_x"/>
                                              </p:val>
                                            </p:tav>
                                          </p:tavLst>
                                        </p:anim>
                                        <p:anim calcmode="lin" valueType="num">
                                          <p:cBhvr additive="base">
                                            <p:cTn id="36" dur="1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1500" fill="hold"/>
                                            <p:tgtEl>
                                              <p:spTgt spid="16"/>
                                            </p:tgtEl>
                                            <p:attrNameLst>
                                              <p:attrName>ppt_x</p:attrName>
                                            </p:attrNameLst>
                                          </p:cBhvr>
                                          <p:tavLst>
                                            <p:tav tm="0">
                                              <p:val>
                                                <p:strVal val="#ppt_x"/>
                                              </p:val>
                                            </p:tav>
                                            <p:tav tm="100000">
                                              <p:val>
                                                <p:strVal val="#ppt_x"/>
                                              </p:val>
                                            </p:tav>
                                          </p:tavLst>
                                        </p:anim>
                                        <p:anim calcmode="lin" valueType="num">
                                          <p:cBhvr additive="base">
                                            <p:cTn id="42" dur="1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1500" fill="hold"/>
                                            <p:tgtEl>
                                              <p:spTgt spid="14"/>
                                            </p:tgtEl>
                                            <p:attrNameLst>
                                              <p:attrName>ppt_x</p:attrName>
                                            </p:attrNameLst>
                                          </p:cBhvr>
                                          <p:tavLst>
                                            <p:tav tm="0">
                                              <p:val>
                                                <p:strVal val="#ppt_x"/>
                                              </p:val>
                                            </p:tav>
                                            <p:tav tm="100000">
                                              <p:val>
                                                <p:strVal val="#ppt_x"/>
                                              </p:val>
                                            </p:tav>
                                          </p:tavLst>
                                        </p:anim>
                                        <p:anim calcmode="lin" valueType="num">
                                          <p:cBhvr additive="base">
                                            <p:cTn id="48" dur="1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1500" fill="hold"/>
                                            <p:tgtEl>
                                              <p:spTgt spid="13"/>
                                            </p:tgtEl>
                                            <p:attrNameLst>
                                              <p:attrName>ppt_x</p:attrName>
                                            </p:attrNameLst>
                                          </p:cBhvr>
                                          <p:tavLst>
                                            <p:tav tm="0">
                                              <p:val>
                                                <p:strVal val="#ppt_x"/>
                                              </p:val>
                                            </p:tav>
                                            <p:tav tm="100000">
                                              <p:val>
                                                <p:strVal val="#ppt_x"/>
                                              </p:val>
                                            </p:tav>
                                          </p:tavLst>
                                        </p:anim>
                                        <p:anim calcmode="lin" valueType="num">
                                          <p:cBhvr additive="base">
                                            <p:cTn id="54" dur="1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4"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22B4595-EDD2-47F5-9D44-E4063BED8405}"/>
              </a:ext>
            </a:extLst>
          </p:cNvPr>
          <p:cNvSpPr/>
          <p:nvPr/>
        </p:nvSpPr>
        <p:spPr>
          <a:xfrm>
            <a:off x="0" y="0"/>
            <a:ext cx="5653315" cy="5143500"/>
          </a:xfrm>
          <a:prstGeom prst="rect">
            <a:avLst/>
          </a:prstGeom>
          <a:gradFill>
            <a:gsLst>
              <a:gs pos="100000">
                <a:schemeClr val="accent5"/>
              </a:gs>
              <a:gs pos="0">
                <a:schemeClr val="accent4"/>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pic>
        <p:nvPicPr>
          <p:cNvPr id="6" name="Picture 5">
            <a:extLst>
              <a:ext uri="{FF2B5EF4-FFF2-40B4-BE49-F238E27FC236}">
                <a16:creationId xmlns:a16="http://schemas.microsoft.com/office/drawing/2014/main" id="{F64B2299-5845-4FE6-B19E-AA1057C83B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5452" y="811201"/>
            <a:ext cx="7418282" cy="4221237"/>
          </a:xfrm>
          <a:prstGeom prst="rect">
            <a:avLst/>
          </a:prstGeom>
        </p:spPr>
      </p:pic>
      <p:sp>
        <p:nvSpPr>
          <p:cNvPr id="11" name="Oval 10">
            <a:extLst>
              <a:ext uri="{FF2B5EF4-FFF2-40B4-BE49-F238E27FC236}">
                <a16:creationId xmlns:a16="http://schemas.microsoft.com/office/drawing/2014/main" id="{777C232A-ABD7-48D9-864E-511DE5A5B300}"/>
              </a:ext>
            </a:extLst>
          </p:cNvPr>
          <p:cNvSpPr/>
          <p:nvPr/>
        </p:nvSpPr>
        <p:spPr>
          <a:xfrm>
            <a:off x="5423141" y="545895"/>
            <a:ext cx="457200" cy="457200"/>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675"/>
          </a:p>
        </p:txBody>
      </p:sp>
      <p:sp>
        <p:nvSpPr>
          <p:cNvPr id="12" name="TextBox 11">
            <a:extLst>
              <a:ext uri="{FF2B5EF4-FFF2-40B4-BE49-F238E27FC236}">
                <a16:creationId xmlns:a16="http://schemas.microsoft.com/office/drawing/2014/main" id="{37C5192C-7F00-4EC1-9BE3-3A6CAC0218D7}"/>
              </a:ext>
            </a:extLst>
          </p:cNvPr>
          <p:cNvSpPr txBox="1"/>
          <p:nvPr/>
        </p:nvSpPr>
        <p:spPr>
          <a:xfrm>
            <a:off x="5999482" y="763485"/>
            <a:ext cx="2863684" cy="830997"/>
          </a:xfrm>
          <a:prstGeom prst="rect">
            <a:avLst/>
          </a:prstGeom>
          <a:noFill/>
        </p:spPr>
        <p:txBody>
          <a:bodyPr wrap="square" rtlCol="0">
            <a:spAutoFit/>
          </a:bodyPr>
          <a:lstStyle/>
          <a:p>
            <a:r>
              <a:rPr lang="en-US" sz="1200">
                <a:solidFill>
                  <a:schemeClr val="tx2"/>
                </a:solidFill>
                <a:latin typeface="Segoe UI" panose="020B0502040204020203" pitchFamily="34" charset="0"/>
                <a:cs typeface="Segoe UI" panose="020B0502040204020203" pitchFamily="34" charset="0"/>
              </a:rPr>
              <a:t>All the latest GPT models from OpenAI, plus Claude, Llama, Mistral, Grok, DeepSeek, and more – priced on consumption, not per user </a:t>
            </a:r>
            <a:endParaRPr lang="uk-UA" sz="1200">
              <a:solidFill>
                <a:schemeClr val="tx2"/>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381F0191-1CAE-405C-A863-C1E3707DECF7}"/>
              </a:ext>
            </a:extLst>
          </p:cNvPr>
          <p:cNvSpPr txBox="1"/>
          <p:nvPr/>
        </p:nvSpPr>
        <p:spPr>
          <a:xfrm>
            <a:off x="5999482" y="476688"/>
            <a:ext cx="3048000" cy="369332"/>
          </a:xfrm>
          <a:prstGeom prst="rect">
            <a:avLst/>
          </a:prstGeom>
          <a:noFill/>
        </p:spPr>
        <p:txBody>
          <a:bodyPr wrap="square" rtlCol="0">
            <a:spAutoFit/>
          </a:bodyPr>
          <a:lstStyle/>
          <a:p>
            <a:r>
              <a:rPr lang="en-US" sz="1800" b="1" dirty="0">
                <a:gradFill>
                  <a:gsLst>
                    <a:gs pos="100000">
                      <a:schemeClr val="accent2"/>
                    </a:gs>
                    <a:gs pos="1000">
                      <a:schemeClr val="accent1"/>
                    </a:gs>
                  </a:gsLst>
                  <a:lin ang="6600000" scaled="0"/>
                </a:gradFill>
                <a:latin typeface="Segoe UI" panose="020B0502040204020203" pitchFamily="34" charset="0"/>
                <a:cs typeface="Segoe UI" panose="020B0502040204020203" pitchFamily="34" charset="0"/>
              </a:rPr>
              <a:t>Every Model, in One Place </a:t>
            </a:r>
            <a:endParaRPr lang="uk-UA" sz="1800" b="1" dirty="0">
              <a:gradFill>
                <a:gsLst>
                  <a:gs pos="100000">
                    <a:schemeClr val="accent2"/>
                  </a:gs>
                  <a:gs pos="1000">
                    <a:schemeClr val="accent1"/>
                  </a:gs>
                </a:gsLst>
                <a:lin ang="6600000" scaled="0"/>
              </a:gra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DE78AE16-C509-4BFD-B15D-C9A832EF905E}"/>
              </a:ext>
            </a:extLst>
          </p:cNvPr>
          <p:cNvSpPr/>
          <p:nvPr/>
        </p:nvSpPr>
        <p:spPr>
          <a:xfrm>
            <a:off x="5429683" y="1725517"/>
            <a:ext cx="457200" cy="457200"/>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675"/>
          </a:p>
        </p:txBody>
      </p:sp>
      <p:sp>
        <p:nvSpPr>
          <p:cNvPr id="17" name="TextBox 16">
            <a:extLst>
              <a:ext uri="{FF2B5EF4-FFF2-40B4-BE49-F238E27FC236}">
                <a16:creationId xmlns:a16="http://schemas.microsoft.com/office/drawing/2014/main" id="{2B158C9C-34B1-4E76-A544-8E2BB38DCD25}"/>
              </a:ext>
            </a:extLst>
          </p:cNvPr>
          <p:cNvSpPr txBox="1"/>
          <p:nvPr/>
        </p:nvSpPr>
        <p:spPr>
          <a:xfrm>
            <a:off x="5999482" y="1914411"/>
            <a:ext cx="2863683" cy="646331"/>
          </a:xfrm>
          <a:prstGeom prst="rect">
            <a:avLst/>
          </a:prstGeom>
          <a:noFill/>
        </p:spPr>
        <p:txBody>
          <a:bodyPr wrap="square" rtlCol="0">
            <a:spAutoFit/>
          </a:bodyPr>
          <a:lstStyle/>
          <a:p>
            <a:r>
              <a:rPr lang="en-US" sz="1200">
                <a:solidFill>
                  <a:schemeClr val="tx2"/>
                </a:solidFill>
                <a:latin typeface="Segoe UI" panose="020B0502040204020203" pitchFamily="34" charset="0"/>
                <a:cs typeface="Segoe UI" panose="020B0502040204020203" pitchFamily="34" charset="0"/>
              </a:rPr>
              <a:t>Fully-automated one-time deployment by our experts, automatically updating its features, models, and infrastructure</a:t>
            </a:r>
            <a:endParaRPr lang="uk-UA" sz="1200">
              <a:solidFill>
                <a:schemeClr val="tx2"/>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B8744D43-A768-4D32-9A33-7BAB61661A21}"/>
              </a:ext>
            </a:extLst>
          </p:cNvPr>
          <p:cNvSpPr txBox="1"/>
          <p:nvPr/>
        </p:nvSpPr>
        <p:spPr>
          <a:xfrm>
            <a:off x="5999482" y="1643656"/>
            <a:ext cx="2268082" cy="369332"/>
          </a:xfrm>
          <a:prstGeom prst="rect">
            <a:avLst/>
          </a:prstGeom>
          <a:noFill/>
        </p:spPr>
        <p:txBody>
          <a:bodyPr wrap="square" rtlCol="0">
            <a:spAutoFit/>
          </a:bodyPr>
          <a:lstStyle/>
          <a:p>
            <a:r>
              <a:rPr lang="en-US" sz="1800" b="1">
                <a:gradFill>
                  <a:gsLst>
                    <a:gs pos="100000">
                      <a:schemeClr val="accent3"/>
                    </a:gs>
                    <a:gs pos="1000">
                      <a:schemeClr val="accent2"/>
                    </a:gs>
                  </a:gsLst>
                  <a:lin ang="6600000" scaled="0"/>
                </a:gradFill>
                <a:latin typeface="Segoe UI" panose="020B0502040204020203" pitchFamily="34" charset="0"/>
                <a:cs typeface="Segoe UI" panose="020B0502040204020203" pitchFamily="34" charset="0"/>
              </a:rPr>
              <a:t>No Code, No Fuss</a:t>
            </a:r>
            <a:endParaRPr lang="uk-UA" sz="1800" b="1">
              <a:gradFill>
                <a:gsLst>
                  <a:gs pos="100000">
                    <a:schemeClr val="accent3"/>
                  </a:gs>
                  <a:gs pos="1000">
                    <a:schemeClr val="accent2"/>
                  </a:gs>
                </a:gsLst>
                <a:lin ang="6600000" scaled="0"/>
              </a:gra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1799C3EB-6EFB-47EE-BB2B-F7A78733A2D8}"/>
              </a:ext>
            </a:extLst>
          </p:cNvPr>
          <p:cNvSpPr/>
          <p:nvPr/>
        </p:nvSpPr>
        <p:spPr>
          <a:xfrm>
            <a:off x="5423141" y="2689793"/>
            <a:ext cx="457200" cy="457200"/>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675"/>
          </a:p>
        </p:txBody>
      </p:sp>
      <p:sp>
        <p:nvSpPr>
          <p:cNvPr id="22" name="TextBox 21">
            <a:extLst>
              <a:ext uri="{FF2B5EF4-FFF2-40B4-BE49-F238E27FC236}">
                <a16:creationId xmlns:a16="http://schemas.microsoft.com/office/drawing/2014/main" id="{FEF7DBE1-D404-45CD-8340-C2DF2CB9112F}"/>
              </a:ext>
            </a:extLst>
          </p:cNvPr>
          <p:cNvSpPr txBox="1"/>
          <p:nvPr/>
        </p:nvSpPr>
        <p:spPr>
          <a:xfrm>
            <a:off x="6028412" y="2824189"/>
            <a:ext cx="2863683" cy="830997"/>
          </a:xfrm>
          <a:prstGeom prst="rect">
            <a:avLst/>
          </a:prstGeom>
          <a:noFill/>
        </p:spPr>
        <p:txBody>
          <a:bodyPr wrap="square" rtlCol="0">
            <a:spAutoFit/>
          </a:bodyPr>
          <a:lstStyle/>
          <a:p>
            <a:r>
              <a:rPr lang="en-US" sz="1200" dirty="0">
                <a:solidFill>
                  <a:schemeClr val="bg1">
                    <a:lumMod val="75000"/>
                  </a:schemeClr>
                </a:solidFill>
                <a:latin typeface="Segoe UI" panose="020B0502040204020203" pitchFamily="34" charset="0"/>
                <a:ea typeface="Source Sans Pro" panose="020B0503030403020204" pitchFamily="34" charset="0"/>
                <a:cs typeface="Segoe UI" panose="020B0502040204020203" pitchFamily="34" charset="0"/>
              </a:rPr>
              <a:t>Deployed privately within your own Azure tenant, providing enterprise-grade security, compliance, and governance</a:t>
            </a:r>
          </a:p>
        </p:txBody>
      </p:sp>
      <p:sp>
        <p:nvSpPr>
          <p:cNvPr id="23" name="TextBox 22">
            <a:extLst>
              <a:ext uri="{FF2B5EF4-FFF2-40B4-BE49-F238E27FC236}">
                <a16:creationId xmlns:a16="http://schemas.microsoft.com/office/drawing/2014/main" id="{622AD401-EE3A-43E3-A61B-1806E7C5CBB8}"/>
              </a:ext>
            </a:extLst>
          </p:cNvPr>
          <p:cNvSpPr txBox="1"/>
          <p:nvPr/>
        </p:nvSpPr>
        <p:spPr>
          <a:xfrm>
            <a:off x="5980365" y="2560742"/>
            <a:ext cx="2764040" cy="369332"/>
          </a:xfrm>
          <a:prstGeom prst="rect">
            <a:avLst/>
          </a:prstGeom>
          <a:noFill/>
        </p:spPr>
        <p:txBody>
          <a:bodyPr wrap="square" rtlCol="0">
            <a:spAutoFit/>
          </a:bodyPr>
          <a:lstStyle/>
          <a:p>
            <a:r>
              <a:rPr lang="en-US" sz="1800" b="1" dirty="0">
                <a:gradFill>
                  <a:gsLst>
                    <a:gs pos="100000">
                      <a:schemeClr val="accent4"/>
                    </a:gs>
                    <a:gs pos="1000">
                      <a:schemeClr val="accent3"/>
                    </a:gs>
                  </a:gsLst>
                  <a:lin ang="6600000" scaled="0"/>
                </a:gradFill>
                <a:latin typeface="Segoe UI" panose="020B0502040204020203" pitchFamily="34" charset="0"/>
                <a:cs typeface="Segoe UI" panose="020B0502040204020203" pitchFamily="34" charset="0"/>
              </a:rPr>
              <a:t>Secure &amp; Compliant</a:t>
            </a:r>
            <a:endParaRPr lang="uk-UA" sz="1800" b="1" dirty="0">
              <a:gradFill>
                <a:gsLst>
                  <a:gs pos="100000">
                    <a:schemeClr val="accent4"/>
                  </a:gs>
                  <a:gs pos="1000">
                    <a:schemeClr val="accent3"/>
                  </a:gs>
                </a:gsLst>
                <a:lin ang="6600000" scaled="0"/>
              </a:gradFill>
              <a:latin typeface="Segoe UI" panose="020B0502040204020203" pitchFamily="34" charset="0"/>
              <a:cs typeface="Segoe UI" panose="020B0502040204020203" pitchFamily="34" charset="0"/>
            </a:endParaRPr>
          </a:p>
        </p:txBody>
      </p:sp>
      <p:sp>
        <p:nvSpPr>
          <p:cNvPr id="31" name="Oval 30">
            <a:extLst>
              <a:ext uri="{FF2B5EF4-FFF2-40B4-BE49-F238E27FC236}">
                <a16:creationId xmlns:a16="http://schemas.microsoft.com/office/drawing/2014/main" id="{F2192E37-A865-4D7B-A357-574489C7B2BE}"/>
              </a:ext>
            </a:extLst>
          </p:cNvPr>
          <p:cNvSpPr/>
          <p:nvPr/>
        </p:nvSpPr>
        <p:spPr>
          <a:xfrm>
            <a:off x="5423141" y="3639304"/>
            <a:ext cx="457200" cy="457200"/>
          </a:xfrm>
          <a:prstGeom prst="ellipse">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675"/>
          </a:p>
        </p:txBody>
      </p:sp>
      <p:sp>
        <p:nvSpPr>
          <p:cNvPr id="32" name="TextBox 31">
            <a:extLst>
              <a:ext uri="{FF2B5EF4-FFF2-40B4-BE49-F238E27FC236}">
                <a16:creationId xmlns:a16="http://schemas.microsoft.com/office/drawing/2014/main" id="{F1E0B87E-B711-4B51-9423-76BCD77347F6}"/>
              </a:ext>
            </a:extLst>
          </p:cNvPr>
          <p:cNvSpPr txBox="1"/>
          <p:nvPr/>
        </p:nvSpPr>
        <p:spPr>
          <a:xfrm>
            <a:off x="5999482" y="3859902"/>
            <a:ext cx="2863683" cy="830997"/>
          </a:xfrm>
          <a:prstGeom prst="rect">
            <a:avLst/>
          </a:prstGeom>
          <a:noFill/>
        </p:spPr>
        <p:txBody>
          <a:bodyPr wrap="square" rtlCol="0">
            <a:spAutoFit/>
          </a:bodyPr>
          <a:lstStyle/>
          <a:p>
            <a:r>
              <a:rPr lang="en-US" sz="1200">
                <a:solidFill>
                  <a:schemeClr val="bg1">
                    <a:lumMod val="75000"/>
                  </a:schemeClr>
                </a:solidFill>
                <a:latin typeface="Segoe UI" panose="020B0502040204020203" pitchFamily="34" charset="0"/>
                <a:ea typeface="Source Sans Pro" panose="020B0503030403020204" pitchFamily="34" charset="0"/>
                <a:cs typeface="Segoe UI" panose="020B0502040204020203" pitchFamily="34" charset="0"/>
              </a:rPr>
              <a:t>A familiar “ChatGPT-style” experience, with a simple and intuitive user interface</a:t>
            </a:r>
            <a:r>
              <a:rPr lang="en-US" sz="1200">
                <a:solidFill>
                  <a:schemeClr val="tx2"/>
                </a:solidFill>
                <a:latin typeface="Segoe UI" panose="020B0502040204020203" pitchFamily="34" charset="0"/>
                <a:cs typeface="Segoe UI" panose="020B0502040204020203" pitchFamily="34" charset="0"/>
              </a:rPr>
              <a:t>, designed to look &amp; feel like your brand</a:t>
            </a:r>
            <a:endParaRPr lang="uk-UA" sz="1200">
              <a:solidFill>
                <a:schemeClr val="tx2"/>
              </a:solidFill>
              <a:latin typeface="Segoe UI" panose="020B0502040204020203" pitchFamily="34" charset="0"/>
              <a:cs typeface="Segoe UI" panose="020B0502040204020203" pitchFamily="34" charset="0"/>
            </a:endParaRPr>
          </a:p>
        </p:txBody>
      </p:sp>
      <p:sp>
        <p:nvSpPr>
          <p:cNvPr id="33" name="TextBox 32">
            <a:extLst>
              <a:ext uri="{FF2B5EF4-FFF2-40B4-BE49-F238E27FC236}">
                <a16:creationId xmlns:a16="http://schemas.microsoft.com/office/drawing/2014/main" id="{4EAA6856-9A9C-4066-B764-DF55EFD73781}"/>
              </a:ext>
            </a:extLst>
          </p:cNvPr>
          <p:cNvSpPr txBox="1"/>
          <p:nvPr/>
        </p:nvSpPr>
        <p:spPr>
          <a:xfrm>
            <a:off x="5999482" y="3589147"/>
            <a:ext cx="2811174" cy="369332"/>
          </a:xfrm>
          <a:prstGeom prst="rect">
            <a:avLst/>
          </a:prstGeom>
          <a:noFill/>
        </p:spPr>
        <p:txBody>
          <a:bodyPr wrap="square" rtlCol="0">
            <a:spAutoFit/>
          </a:bodyPr>
          <a:lstStyle/>
          <a:p>
            <a:r>
              <a:rPr lang="en-US" sz="1800" b="1" dirty="0">
                <a:gradFill>
                  <a:gsLst>
                    <a:gs pos="100000">
                      <a:schemeClr val="accent5"/>
                    </a:gs>
                    <a:gs pos="1000">
                      <a:schemeClr val="accent4"/>
                    </a:gs>
                  </a:gsLst>
                  <a:lin ang="18600000" scaled="0"/>
                </a:gradFill>
                <a:latin typeface="Segoe UI" panose="020B0502040204020203" pitchFamily="34" charset="0"/>
                <a:cs typeface="Segoe UI" panose="020B0502040204020203" pitchFamily="34" charset="0"/>
              </a:rPr>
              <a:t>Familiar, Yet Custom</a:t>
            </a:r>
            <a:endParaRPr lang="uk-UA" sz="1800" b="1" dirty="0">
              <a:gradFill>
                <a:gsLst>
                  <a:gs pos="100000">
                    <a:schemeClr val="accent5"/>
                  </a:gs>
                  <a:gs pos="1000">
                    <a:schemeClr val="accent4"/>
                  </a:gs>
                </a:gsLst>
                <a:lin ang="18600000" scaled="0"/>
              </a:gradFill>
              <a:latin typeface="Segoe UI" panose="020B0502040204020203" pitchFamily="34" charset="0"/>
              <a:cs typeface="Segoe UI" panose="020B0502040204020203" pitchFamily="34" charset="0"/>
            </a:endParaRPr>
          </a:p>
        </p:txBody>
      </p:sp>
      <p:sp>
        <p:nvSpPr>
          <p:cNvPr id="4" name="Title 1">
            <a:extLst>
              <a:ext uri="{FF2B5EF4-FFF2-40B4-BE49-F238E27FC236}">
                <a16:creationId xmlns:a16="http://schemas.microsoft.com/office/drawing/2014/main" id="{FB741B3E-8A7D-A86F-DC54-584A93283C7B}"/>
              </a:ext>
            </a:extLst>
          </p:cNvPr>
          <p:cNvSpPr txBox="1">
            <a:spLocks/>
          </p:cNvSpPr>
          <p:nvPr/>
        </p:nvSpPr>
        <p:spPr>
          <a:xfrm>
            <a:off x="274320" y="259010"/>
            <a:ext cx="6438900" cy="378565"/>
          </a:xfrm>
          <a:prstGeom prst="rect">
            <a:avLst/>
          </a:prstGeom>
        </p:spPr>
        <p:txBody>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3000">
                <a:latin typeface="Segoe UI" panose="020B0502040204020203" pitchFamily="34" charset="0"/>
                <a:cs typeface="Segoe UI" panose="020B0502040204020203" pitchFamily="34" charset="0"/>
              </a:rPr>
              <a:t>Your “</a:t>
            </a:r>
            <a:r>
              <a:rPr lang="en-US" sz="3000" b="1">
                <a:latin typeface="Segoe UI" panose="020B0502040204020203" pitchFamily="34" charset="0"/>
                <a:cs typeface="Segoe UI" panose="020B0502040204020203" pitchFamily="34" charset="0"/>
              </a:rPr>
              <a:t>AI Gateway</a:t>
            </a:r>
            <a:r>
              <a:rPr lang="en-US" sz="3000">
                <a:latin typeface="Segoe UI" panose="020B0502040204020203" pitchFamily="34" charset="0"/>
                <a:cs typeface="Segoe UI" panose="020B0502040204020203" pitchFamily="34" charset="0"/>
              </a:rPr>
              <a:t>” for All</a:t>
            </a:r>
          </a:p>
        </p:txBody>
      </p:sp>
      <p:pic>
        <p:nvPicPr>
          <p:cNvPr id="15" name="Graphic 14" descr="Badge Tm outline">
            <a:extLst>
              <a:ext uri="{FF2B5EF4-FFF2-40B4-BE49-F238E27FC236}">
                <a16:creationId xmlns:a16="http://schemas.microsoft.com/office/drawing/2014/main" id="{27E3BED3-9ADA-C4B8-36D3-9D7DAF2E717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82006" y="3703619"/>
            <a:ext cx="341377" cy="341377"/>
          </a:xfrm>
          <a:prstGeom prst="rect">
            <a:avLst/>
          </a:prstGeom>
        </p:spPr>
      </p:pic>
      <p:pic>
        <p:nvPicPr>
          <p:cNvPr id="25" name="Graphic 24" descr="Artificial Intelligence outline">
            <a:extLst>
              <a:ext uri="{FF2B5EF4-FFF2-40B4-BE49-F238E27FC236}">
                <a16:creationId xmlns:a16="http://schemas.microsoft.com/office/drawing/2014/main" id="{267A350B-9B56-23F5-1746-7CFE45136AA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85996" y="592820"/>
            <a:ext cx="356457" cy="356457"/>
          </a:xfrm>
          <a:prstGeom prst="rect">
            <a:avLst/>
          </a:prstGeom>
        </p:spPr>
      </p:pic>
      <p:pic>
        <p:nvPicPr>
          <p:cNvPr id="34" name="Picture 2" descr="Microsoft Windows 10 White Logo">
            <a:extLst>
              <a:ext uri="{FF2B5EF4-FFF2-40B4-BE49-F238E27FC236}">
                <a16:creationId xmlns:a16="http://schemas.microsoft.com/office/drawing/2014/main" id="{0635D539-EF78-EFC1-D414-B6EF8FE1B4A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69081" y="4623443"/>
            <a:ext cx="952500" cy="35040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black and grey logo&#10;&#10;Description automatically generated">
            <a:extLst>
              <a:ext uri="{FF2B5EF4-FFF2-40B4-BE49-F238E27FC236}">
                <a16:creationId xmlns:a16="http://schemas.microsoft.com/office/drawing/2014/main" id="{1CB8EC81-40F1-CD8A-82FF-4EE6D5EA7E4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2400" y="4843743"/>
            <a:ext cx="952500" cy="149821"/>
          </a:xfrm>
          <a:prstGeom prst="rect">
            <a:avLst/>
          </a:prstGeom>
        </p:spPr>
      </p:pic>
      <p:pic>
        <p:nvPicPr>
          <p:cNvPr id="3" name="Picture 2">
            <a:extLst>
              <a:ext uri="{FF2B5EF4-FFF2-40B4-BE49-F238E27FC236}">
                <a16:creationId xmlns:a16="http://schemas.microsoft.com/office/drawing/2014/main" id="{C8B3CDAD-8AFC-BACF-6171-CC48C88BDAF6}"/>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111751" y="1441917"/>
            <a:ext cx="4507670" cy="2781788"/>
          </a:xfrm>
          <a:prstGeom prst="rect">
            <a:avLst/>
          </a:prstGeom>
        </p:spPr>
      </p:pic>
      <p:pic>
        <p:nvPicPr>
          <p:cNvPr id="7" name="Graphic 6" descr="Cursor outline">
            <a:extLst>
              <a:ext uri="{FF2B5EF4-FFF2-40B4-BE49-F238E27FC236}">
                <a16:creationId xmlns:a16="http://schemas.microsoft.com/office/drawing/2014/main" id="{0119446B-1911-36F2-0AAB-F2113BA9FBB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38756" y="1731867"/>
            <a:ext cx="444500" cy="444500"/>
          </a:xfrm>
          <a:prstGeom prst="rect">
            <a:avLst/>
          </a:prstGeom>
        </p:spPr>
      </p:pic>
      <p:pic>
        <p:nvPicPr>
          <p:cNvPr id="9" name="Graphic 8" descr="Lock outline">
            <a:extLst>
              <a:ext uri="{FF2B5EF4-FFF2-40B4-BE49-F238E27FC236}">
                <a16:creationId xmlns:a16="http://schemas.microsoft.com/office/drawing/2014/main" id="{1ACE6929-1725-9D0E-F37A-C91D5270630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55557" y="2712357"/>
            <a:ext cx="400503" cy="400503"/>
          </a:xfrm>
          <a:prstGeom prst="rect">
            <a:avLst/>
          </a:prstGeom>
        </p:spPr>
      </p:pic>
    </p:spTree>
    <p:extLst>
      <p:ext uri="{BB962C8B-B14F-4D97-AF65-F5344CB8AC3E}">
        <p14:creationId xmlns:p14="http://schemas.microsoft.com/office/powerpoint/2010/main" val="4004850219"/>
      </p:ext>
    </p:extLst>
  </p:cSld>
  <p:clrMapOvr>
    <a:masterClrMapping/>
  </p:clrMapOvr>
  <mc:AlternateContent xmlns:mc="http://schemas.openxmlformats.org/markup-compatibility/2006" xmlns:p14="http://schemas.microsoft.com/office/powerpoint/2010/main">
    <mc:Choice Requires="p14">
      <p:transition spd="slow" p14:dur="1500">
        <p14:prism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73333">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14:bounceEnd="73333">
                                          <p:cBhvr additive="base">
                                            <p:cTn id="7" dur="1500" fill="hold"/>
                                            <p:tgtEl>
                                              <p:spTgt spid="11"/>
                                            </p:tgtEl>
                                            <p:attrNameLst>
                                              <p:attrName>ppt_x</p:attrName>
                                            </p:attrNameLst>
                                          </p:cBhvr>
                                          <p:tavLst>
                                            <p:tav tm="0">
                                              <p:val>
                                                <p:strVal val="1+#ppt_w/2"/>
                                              </p:val>
                                            </p:tav>
                                            <p:tav tm="100000">
                                              <p:val>
                                                <p:strVal val="#ppt_x"/>
                                              </p:val>
                                            </p:tav>
                                          </p:tavLst>
                                        </p:anim>
                                        <p:anim calcmode="lin" valueType="num" p14:bounceEnd="73333">
                                          <p:cBhvr additive="base">
                                            <p:cTn id="8" dur="1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73333">
                                      <p:stCondLst>
                                        <p:cond delay="200"/>
                                      </p:stCondLst>
                                      <p:childTnLst>
                                        <p:set>
                                          <p:cBhvr>
                                            <p:cTn id="10" dur="1" fill="hold">
                                              <p:stCondLst>
                                                <p:cond delay="0"/>
                                              </p:stCondLst>
                                            </p:cTn>
                                            <p:tgtEl>
                                              <p:spTgt spid="12"/>
                                            </p:tgtEl>
                                            <p:attrNameLst>
                                              <p:attrName>style.visibility</p:attrName>
                                            </p:attrNameLst>
                                          </p:cBhvr>
                                          <p:to>
                                            <p:strVal val="visible"/>
                                          </p:to>
                                        </p:set>
                                        <p:anim calcmode="lin" valueType="num" p14:bounceEnd="73333">
                                          <p:cBhvr additive="base">
                                            <p:cTn id="11" dur="1500" fill="hold"/>
                                            <p:tgtEl>
                                              <p:spTgt spid="12"/>
                                            </p:tgtEl>
                                            <p:attrNameLst>
                                              <p:attrName>ppt_x</p:attrName>
                                            </p:attrNameLst>
                                          </p:cBhvr>
                                          <p:tavLst>
                                            <p:tav tm="0">
                                              <p:val>
                                                <p:strVal val="1+#ppt_w/2"/>
                                              </p:val>
                                            </p:tav>
                                            <p:tav tm="100000">
                                              <p:val>
                                                <p:strVal val="#ppt_x"/>
                                              </p:val>
                                            </p:tav>
                                          </p:tavLst>
                                        </p:anim>
                                        <p:anim calcmode="lin" valueType="num" p14:bounceEnd="73333">
                                          <p:cBhvr additive="base">
                                            <p:cTn id="12" dur="1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73333">
                                      <p:stCondLst>
                                        <p:cond delay="100"/>
                                      </p:stCondLst>
                                      <p:childTnLst>
                                        <p:set>
                                          <p:cBhvr>
                                            <p:cTn id="14" dur="1" fill="hold">
                                              <p:stCondLst>
                                                <p:cond delay="0"/>
                                              </p:stCondLst>
                                            </p:cTn>
                                            <p:tgtEl>
                                              <p:spTgt spid="13"/>
                                            </p:tgtEl>
                                            <p:attrNameLst>
                                              <p:attrName>style.visibility</p:attrName>
                                            </p:attrNameLst>
                                          </p:cBhvr>
                                          <p:to>
                                            <p:strVal val="visible"/>
                                          </p:to>
                                        </p:set>
                                        <p:anim calcmode="lin" valueType="num" p14:bounceEnd="73333">
                                          <p:cBhvr additive="base">
                                            <p:cTn id="15" dur="1500" fill="hold"/>
                                            <p:tgtEl>
                                              <p:spTgt spid="13"/>
                                            </p:tgtEl>
                                            <p:attrNameLst>
                                              <p:attrName>ppt_x</p:attrName>
                                            </p:attrNameLst>
                                          </p:cBhvr>
                                          <p:tavLst>
                                            <p:tav tm="0">
                                              <p:val>
                                                <p:strVal val="1+#ppt_w/2"/>
                                              </p:val>
                                            </p:tav>
                                            <p:tav tm="100000">
                                              <p:val>
                                                <p:strVal val="#ppt_x"/>
                                              </p:val>
                                            </p:tav>
                                          </p:tavLst>
                                        </p:anim>
                                        <p:anim calcmode="lin" valueType="num" p14:bounceEnd="73333">
                                          <p:cBhvr additive="base">
                                            <p:cTn id="16" dur="1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73333">
                                      <p:stCondLst>
                                        <p:cond delay="100"/>
                                      </p:stCondLst>
                                      <p:childTnLst>
                                        <p:set>
                                          <p:cBhvr>
                                            <p:cTn id="18" dur="1" fill="hold">
                                              <p:stCondLst>
                                                <p:cond delay="0"/>
                                              </p:stCondLst>
                                            </p:cTn>
                                            <p:tgtEl>
                                              <p:spTgt spid="16"/>
                                            </p:tgtEl>
                                            <p:attrNameLst>
                                              <p:attrName>style.visibility</p:attrName>
                                            </p:attrNameLst>
                                          </p:cBhvr>
                                          <p:to>
                                            <p:strVal val="visible"/>
                                          </p:to>
                                        </p:set>
                                        <p:anim calcmode="lin" valueType="num" p14:bounceEnd="73333">
                                          <p:cBhvr additive="base">
                                            <p:cTn id="19" dur="1500" fill="hold"/>
                                            <p:tgtEl>
                                              <p:spTgt spid="16"/>
                                            </p:tgtEl>
                                            <p:attrNameLst>
                                              <p:attrName>ppt_x</p:attrName>
                                            </p:attrNameLst>
                                          </p:cBhvr>
                                          <p:tavLst>
                                            <p:tav tm="0">
                                              <p:val>
                                                <p:strVal val="1+#ppt_w/2"/>
                                              </p:val>
                                            </p:tav>
                                            <p:tav tm="100000">
                                              <p:val>
                                                <p:strVal val="#ppt_x"/>
                                              </p:val>
                                            </p:tav>
                                          </p:tavLst>
                                        </p:anim>
                                        <p:anim calcmode="lin" valueType="num" p14:bounceEnd="73333">
                                          <p:cBhvr additive="base">
                                            <p:cTn id="20" dur="15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73333">
                                      <p:stCondLst>
                                        <p:cond delay="300"/>
                                      </p:stCondLst>
                                      <p:childTnLst>
                                        <p:set>
                                          <p:cBhvr>
                                            <p:cTn id="22" dur="1" fill="hold">
                                              <p:stCondLst>
                                                <p:cond delay="0"/>
                                              </p:stCondLst>
                                            </p:cTn>
                                            <p:tgtEl>
                                              <p:spTgt spid="17"/>
                                            </p:tgtEl>
                                            <p:attrNameLst>
                                              <p:attrName>style.visibility</p:attrName>
                                            </p:attrNameLst>
                                          </p:cBhvr>
                                          <p:to>
                                            <p:strVal val="visible"/>
                                          </p:to>
                                        </p:set>
                                        <p:anim calcmode="lin" valueType="num" p14:bounceEnd="73333">
                                          <p:cBhvr additive="base">
                                            <p:cTn id="23" dur="1500" fill="hold"/>
                                            <p:tgtEl>
                                              <p:spTgt spid="17"/>
                                            </p:tgtEl>
                                            <p:attrNameLst>
                                              <p:attrName>ppt_x</p:attrName>
                                            </p:attrNameLst>
                                          </p:cBhvr>
                                          <p:tavLst>
                                            <p:tav tm="0">
                                              <p:val>
                                                <p:strVal val="1+#ppt_w/2"/>
                                              </p:val>
                                            </p:tav>
                                            <p:tav tm="100000">
                                              <p:val>
                                                <p:strVal val="#ppt_x"/>
                                              </p:val>
                                            </p:tav>
                                          </p:tavLst>
                                        </p:anim>
                                        <p:anim calcmode="lin" valueType="num" p14:bounceEnd="73333">
                                          <p:cBhvr additive="base">
                                            <p:cTn id="24" dur="1500" fill="hold"/>
                                            <p:tgtEl>
                                              <p:spTgt spid="17"/>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73333">
                                      <p:stCondLst>
                                        <p:cond delay="200"/>
                                      </p:stCondLst>
                                      <p:childTnLst>
                                        <p:set>
                                          <p:cBhvr>
                                            <p:cTn id="26" dur="1" fill="hold">
                                              <p:stCondLst>
                                                <p:cond delay="0"/>
                                              </p:stCondLst>
                                            </p:cTn>
                                            <p:tgtEl>
                                              <p:spTgt spid="18"/>
                                            </p:tgtEl>
                                            <p:attrNameLst>
                                              <p:attrName>style.visibility</p:attrName>
                                            </p:attrNameLst>
                                          </p:cBhvr>
                                          <p:to>
                                            <p:strVal val="visible"/>
                                          </p:to>
                                        </p:set>
                                        <p:anim calcmode="lin" valueType="num" p14:bounceEnd="73333">
                                          <p:cBhvr additive="base">
                                            <p:cTn id="27" dur="1500" fill="hold"/>
                                            <p:tgtEl>
                                              <p:spTgt spid="18"/>
                                            </p:tgtEl>
                                            <p:attrNameLst>
                                              <p:attrName>ppt_x</p:attrName>
                                            </p:attrNameLst>
                                          </p:cBhvr>
                                          <p:tavLst>
                                            <p:tav tm="0">
                                              <p:val>
                                                <p:strVal val="1+#ppt_w/2"/>
                                              </p:val>
                                            </p:tav>
                                            <p:tav tm="100000">
                                              <p:val>
                                                <p:strVal val="#ppt_x"/>
                                              </p:val>
                                            </p:tav>
                                          </p:tavLst>
                                        </p:anim>
                                        <p:anim calcmode="lin" valueType="num" p14:bounceEnd="73333">
                                          <p:cBhvr additive="base">
                                            <p:cTn id="28" dur="1500" fill="hold"/>
                                            <p:tgtEl>
                                              <p:spTgt spid="18"/>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73333">
                                      <p:stCondLst>
                                        <p:cond delay="200"/>
                                      </p:stCondLst>
                                      <p:childTnLst>
                                        <p:set>
                                          <p:cBhvr>
                                            <p:cTn id="30" dur="1" fill="hold">
                                              <p:stCondLst>
                                                <p:cond delay="0"/>
                                              </p:stCondLst>
                                            </p:cTn>
                                            <p:tgtEl>
                                              <p:spTgt spid="21"/>
                                            </p:tgtEl>
                                            <p:attrNameLst>
                                              <p:attrName>style.visibility</p:attrName>
                                            </p:attrNameLst>
                                          </p:cBhvr>
                                          <p:to>
                                            <p:strVal val="visible"/>
                                          </p:to>
                                        </p:set>
                                        <p:anim calcmode="lin" valueType="num" p14:bounceEnd="73333">
                                          <p:cBhvr additive="base">
                                            <p:cTn id="31" dur="1500" fill="hold"/>
                                            <p:tgtEl>
                                              <p:spTgt spid="21"/>
                                            </p:tgtEl>
                                            <p:attrNameLst>
                                              <p:attrName>ppt_x</p:attrName>
                                            </p:attrNameLst>
                                          </p:cBhvr>
                                          <p:tavLst>
                                            <p:tav tm="0">
                                              <p:val>
                                                <p:strVal val="1+#ppt_w/2"/>
                                              </p:val>
                                            </p:tav>
                                            <p:tav tm="100000">
                                              <p:val>
                                                <p:strVal val="#ppt_x"/>
                                              </p:val>
                                            </p:tav>
                                          </p:tavLst>
                                        </p:anim>
                                        <p:anim calcmode="lin" valueType="num" p14:bounceEnd="73333">
                                          <p:cBhvr additive="base">
                                            <p:cTn id="32" dur="1500" fill="hold"/>
                                            <p:tgtEl>
                                              <p:spTgt spid="21"/>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14:presetBounceEnd="73333">
                                      <p:stCondLst>
                                        <p:cond delay="400"/>
                                      </p:stCondLst>
                                      <p:childTnLst>
                                        <p:set>
                                          <p:cBhvr>
                                            <p:cTn id="34" dur="1" fill="hold">
                                              <p:stCondLst>
                                                <p:cond delay="0"/>
                                              </p:stCondLst>
                                            </p:cTn>
                                            <p:tgtEl>
                                              <p:spTgt spid="22"/>
                                            </p:tgtEl>
                                            <p:attrNameLst>
                                              <p:attrName>style.visibility</p:attrName>
                                            </p:attrNameLst>
                                          </p:cBhvr>
                                          <p:to>
                                            <p:strVal val="visible"/>
                                          </p:to>
                                        </p:set>
                                        <p:anim calcmode="lin" valueType="num" p14:bounceEnd="73333">
                                          <p:cBhvr additive="base">
                                            <p:cTn id="35" dur="1500" fill="hold"/>
                                            <p:tgtEl>
                                              <p:spTgt spid="22"/>
                                            </p:tgtEl>
                                            <p:attrNameLst>
                                              <p:attrName>ppt_x</p:attrName>
                                            </p:attrNameLst>
                                          </p:cBhvr>
                                          <p:tavLst>
                                            <p:tav tm="0">
                                              <p:val>
                                                <p:strVal val="1+#ppt_w/2"/>
                                              </p:val>
                                            </p:tav>
                                            <p:tav tm="100000">
                                              <p:val>
                                                <p:strVal val="#ppt_x"/>
                                              </p:val>
                                            </p:tav>
                                          </p:tavLst>
                                        </p:anim>
                                        <p:anim calcmode="lin" valueType="num" p14:bounceEnd="73333">
                                          <p:cBhvr additive="base">
                                            <p:cTn id="36" dur="15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14:presetBounceEnd="73333">
                                      <p:stCondLst>
                                        <p:cond delay="300"/>
                                      </p:stCondLst>
                                      <p:childTnLst>
                                        <p:set>
                                          <p:cBhvr>
                                            <p:cTn id="38" dur="1" fill="hold">
                                              <p:stCondLst>
                                                <p:cond delay="0"/>
                                              </p:stCondLst>
                                            </p:cTn>
                                            <p:tgtEl>
                                              <p:spTgt spid="23"/>
                                            </p:tgtEl>
                                            <p:attrNameLst>
                                              <p:attrName>style.visibility</p:attrName>
                                            </p:attrNameLst>
                                          </p:cBhvr>
                                          <p:to>
                                            <p:strVal val="visible"/>
                                          </p:to>
                                        </p:set>
                                        <p:anim calcmode="lin" valueType="num" p14:bounceEnd="73333">
                                          <p:cBhvr additive="base">
                                            <p:cTn id="39" dur="1500" fill="hold"/>
                                            <p:tgtEl>
                                              <p:spTgt spid="23"/>
                                            </p:tgtEl>
                                            <p:attrNameLst>
                                              <p:attrName>ppt_x</p:attrName>
                                            </p:attrNameLst>
                                          </p:cBhvr>
                                          <p:tavLst>
                                            <p:tav tm="0">
                                              <p:val>
                                                <p:strVal val="1+#ppt_w/2"/>
                                              </p:val>
                                            </p:tav>
                                            <p:tav tm="100000">
                                              <p:val>
                                                <p:strVal val="#ppt_x"/>
                                              </p:val>
                                            </p:tav>
                                          </p:tavLst>
                                        </p:anim>
                                        <p:anim calcmode="lin" valueType="num" p14:bounceEnd="73333">
                                          <p:cBhvr additive="base">
                                            <p:cTn id="40" dur="1500" fill="hold"/>
                                            <p:tgtEl>
                                              <p:spTgt spid="2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14:presetBounceEnd="73333">
                                      <p:stCondLst>
                                        <p:cond delay="300"/>
                                      </p:stCondLst>
                                      <p:childTnLst>
                                        <p:set>
                                          <p:cBhvr>
                                            <p:cTn id="42" dur="1" fill="hold">
                                              <p:stCondLst>
                                                <p:cond delay="0"/>
                                              </p:stCondLst>
                                            </p:cTn>
                                            <p:tgtEl>
                                              <p:spTgt spid="31"/>
                                            </p:tgtEl>
                                            <p:attrNameLst>
                                              <p:attrName>style.visibility</p:attrName>
                                            </p:attrNameLst>
                                          </p:cBhvr>
                                          <p:to>
                                            <p:strVal val="visible"/>
                                          </p:to>
                                        </p:set>
                                        <p:anim calcmode="lin" valueType="num" p14:bounceEnd="73333">
                                          <p:cBhvr additive="base">
                                            <p:cTn id="43" dur="1500" fill="hold"/>
                                            <p:tgtEl>
                                              <p:spTgt spid="31"/>
                                            </p:tgtEl>
                                            <p:attrNameLst>
                                              <p:attrName>ppt_x</p:attrName>
                                            </p:attrNameLst>
                                          </p:cBhvr>
                                          <p:tavLst>
                                            <p:tav tm="0">
                                              <p:val>
                                                <p:strVal val="1+#ppt_w/2"/>
                                              </p:val>
                                            </p:tav>
                                            <p:tav tm="100000">
                                              <p:val>
                                                <p:strVal val="#ppt_x"/>
                                              </p:val>
                                            </p:tav>
                                          </p:tavLst>
                                        </p:anim>
                                        <p:anim calcmode="lin" valueType="num" p14:bounceEnd="73333">
                                          <p:cBhvr additive="base">
                                            <p:cTn id="44" dur="1500" fill="hold"/>
                                            <p:tgtEl>
                                              <p:spTgt spid="31"/>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14:presetBounceEnd="73333">
                                      <p:stCondLst>
                                        <p:cond delay="500"/>
                                      </p:stCondLst>
                                      <p:childTnLst>
                                        <p:set>
                                          <p:cBhvr>
                                            <p:cTn id="46" dur="1" fill="hold">
                                              <p:stCondLst>
                                                <p:cond delay="0"/>
                                              </p:stCondLst>
                                            </p:cTn>
                                            <p:tgtEl>
                                              <p:spTgt spid="32"/>
                                            </p:tgtEl>
                                            <p:attrNameLst>
                                              <p:attrName>style.visibility</p:attrName>
                                            </p:attrNameLst>
                                          </p:cBhvr>
                                          <p:to>
                                            <p:strVal val="visible"/>
                                          </p:to>
                                        </p:set>
                                        <p:anim calcmode="lin" valueType="num" p14:bounceEnd="73333">
                                          <p:cBhvr additive="base">
                                            <p:cTn id="47" dur="1500" fill="hold"/>
                                            <p:tgtEl>
                                              <p:spTgt spid="32"/>
                                            </p:tgtEl>
                                            <p:attrNameLst>
                                              <p:attrName>ppt_x</p:attrName>
                                            </p:attrNameLst>
                                          </p:cBhvr>
                                          <p:tavLst>
                                            <p:tav tm="0">
                                              <p:val>
                                                <p:strVal val="1+#ppt_w/2"/>
                                              </p:val>
                                            </p:tav>
                                            <p:tav tm="100000">
                                              <p:val>
                                                <p:strVal val="#ppt_x"/>
                                              </p:val>
                                            </p:tav>
                                          </p:tavLst>
                                        </p:anim>
                                        <p:anim calcmode="lin" valueType="num" p14:bounceEnd="73333">
                                          <p:cBhvr additive="base">
                                            <p:cTn id="48" dur="1500" fill="hold"/>
                                            <p:tgtEl>
                                              <p:spTgt spid="32"/>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14:presetBounceEnd="73333">
                                      <p:stCondLst>
                                        <p:cond delay="400"/>
                                      </p:stCondLst>
                                      <p:childTnLst>
                                        <p:set>
                                          <p:cBhvr>
                                            <p:cTn id="50" dur="1" fill="hold">
                                              <p:stCondLst>
                                                <p:cond delay="0"/>
                                              </p:stCondLst>
                                            </p:cTn>
                                            <p:tgtEl>
                                              <p:spTgt spid="33"/>
                                            </p:tgtEl>
                                            <p:attrNameLst>
                                              <p:attrName>style.visibility</p:attrName>
                                            </p:attrNameLst>
                                          </p:cBhvr>
                                          <p:to>
                                            <p:strVal val="visible"/>
                                          </p:to>
                                        </p:set>
                                        <p:anim calcmode="lin" valueType="num" p14:bounceEnd="73333">
                                          <p:cBhvr additive="base">
                                            <p:cTn id="51" dur="1500" fill="hold"/>
                                            <p:tgtEl>
                                              <p:spTgt spid="33"/>
                                            </p:tgtEl>
                                            <p:attrNameLst>
                                              <p:attrName>ppt_x</p:attrName>
                                            </p:attrNameLst>
                                          </p:cBhvr>
                                          <p:tavLst>
                                            <p:tav tm="0">
                                              <p:val>
                                                <p:strVal val="1+#ppt_w/2"/>
                                              </p:val>
                                            </p:tav>
                                            <p:tav tm="100000">
                                              <p:val>
                                                <p:strVal val="#ppt_x"/>
                                              </p:val>
                                            </p:tav>
                                          </p:tavLst>
                                        </p:anim>
                                        <p:anim calcmode="lin" valueType="num" p14:bounceEnd="73333">
                                          <p:cBhvr additive="base">
                                            <p:cTn id="52" dur="1500" fill="hold"/>
                                            <p:tgtEl>
                                              <p:spTgt spid="33"/>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14:presetBounceEnd="73333">
                                      <p:stCondLst>
                                        <p:cond delay="100"/>
                                      </p:stCondLst>
                                      <p:childTnLst>
                                        <p:set>
                                          <p:cBhvr>
                                            <p:cTn id="54" dur="1" fill="hold">
                                              <p:stCondLst>
                                                <p:cond delay="0"/>
                                              </p:stCondLst>
                                            </p:cTn>
                                            <p:tgtEl>
                                              <p:spTgt spid="25"/>
                                            </p:tgtEl>
                                            <p:attrNameLst>
                                              <p:attrName>style.visibility</p:attrName>
                                            </p:attrNameLst>
                                          </p:cBhvr>
                                          <p:to>
                                            <p:strVal val="visible"/>
                                          </p:to>
                                        </p:set>
                                        <p:anim calcmode="lin" valueType="num" p14:bounceEnd="73333">
                                          <p:cBhvr additive="base">
                                            <p:cTn id="55" dur="1500" fill="hold"/>
                                            <p:tgtEl>
                                              <p:spTgt spid="25"/>
                                            </p:tgtEl>
                                            <p:attrNameLst>
                                              <p:attrName>ppt_x</p:attrName>
                                            </p:attrNameLst>
                                          </p:cBhvr>
                                          <p:tavLst>
                                            <p:tav tm="0">
                                              <p:val>
                                                <p:strVal val="1+#ppt_w/2"/>
                                              </p:val>
                                            </p:tav>
                                            <p:tav tm="100000">
                                              <p:val>
                                                <p:strVal val="#ppt_x"/>
                                              </p:val>
                                            </p:tav>
                                          </p:tavLst>
                                        </p:anim>
                                        <p:anim calcmode="lin" valueType="num" p14:bounceEnd="73333">
                                          <p:cBhvr additive="base">
                                            <p:cTn id="56" dur="1500" fill="hold"/>
                                            <p:tgtEl>
                                              <p:spTgt spid="25"/>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14:presetBounceEnd="73333">
                                      <p:stCondLst>
                                        <p:cond delay="400"/>
                                      </p:stCondLst>
                                      <p:childTnLst>
                                        <p:set>
                                          <p:cBhvr>
                                            <p:cTn id="58" dur="1" fill="hold">
                                              <p:stCondLst>
                                                <p:cond delay="0"/>
                                              </p:stCondLst>
                                            </p:cTn>
                                            <p:tgtEl>
                                              <p:spTgt spid="15"/>
                                            </p:tgtEl>
                                            <p:attrNameLst>
                                              <p:attrName>style.visibility</p:attrName>
                                            </p:attrNameLst>
                                          </p:cBhvr>
                                          <p:to>
                                            <p:strVal val="visible"/>
                                          </p:to>
                                        </p:set>
                                        <p:anim calcmode="lin" valueType="num" p14:bounceEnd="73333">
                                          <p:cBhvr additive="base">
                                            <p:cTn id="59" dur="1500" fill="hold"/>
                                            <p:tgtEl>
                                              <p:spTgt spid="15"/>
                                            </p:tgtEl>
                                            <p:attrNameLst>
                                              <p:attrName>ppt_x</p:attrName>
                                            </p:attrNameLst>
                                          </p:cBhvr>
                                          <p:tavLst>
                                            <p:tav tm="0">
                                              <p:val>
                                                <p:strVal val="1+#ppt_w/2"/>
                                              </p:val>
                                            </p:tav>
                                            <p:tav tm="100000">
                                              <p:val>
                                                <p:strVal val="#ppt_x"/>
                                              </p:val>
                                            </p:tav>
                                          </p:tavLst>
                                        </p:anim>
                                        <p:anim calcmode="lin" valueType="num" p14:bounceEnd="73333">
                                          <p:cBhvr additive="base">
                                            <p:cTn id="60" dur="1500" fill="hold"/>
                                            <p:tgtEl>
                                              <p:spTgt spid="15"/>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14:presetBounceEnd="73333">
                                      <p:stCondLst>
                                        <p:cond delay="100"/>
                                      </p:stCondLst>
                                      <p:childTnLst>
                                        <p:set>
                                          <p:cBhvr>
                                            <p:cTn id="62" dur="1" fill="hold">
                                              <p:stCondLst>
                                                <p:cond delay="0"/>
                                              </p:stCondLst>
                                            </p:cTn>
                                            <p:tgtEl>
                                              <p:spTgt spid="7"/>
                                            </p:tgtEl>
                                            <p:attrNameLst>
                                              <p:attrName>style.visibility</p:attrName>
                                            </p:attrNameLst>
                                          </p:cBhvr>
                                          <p:to>
                                            <p:strVal val="visible"/>
                                          </p:to>
                                        </p:set>
                                        <p:anim calcmode="lin" valueType="num" p14:bounceEnd="73333">
                                          <p:cBhvr additive="base">
                                            <p:cTn id="63" dur="1500" fill="hold"/>
                                            <p:tgtEl>
                                              <p:spTgt spid="7"/>
                                            </p:tgtEl>
                                            <p:attrNameLst>
                                              <p:attrName>ppt_x</p:attrName>
                                            </p:attrNameLst>
                                          </p:cBhvr>
                                          <p:tavLst>
                                            <p:tav tm="0">
                                              <p:val>
                                                <p:strVal val="1+#ppt_w/2"/>
                                              </p:val>
                                            </p:tav>
                                            <p:tav tm="100000">
                                              <p:val>
                                                <p:strVal val="#ppt_x"/>
                                              </p:val>
                                            </p:tav>
                                          </p:tavLst>
                                        </p:anim>
                                        <p:anim calcmode="lin" valueType="num" p14:bounceEnd="73333">
                                          <p:cBhvr additive="base">
                                            <p:cTn id="64" dur="1500" fill="hold"/>
                                            <p:tgtEl>
                                              <p:spTgt spid="7"/>
                                            </p:tgtEl>
                                            <p:attrNameLst>
                                              <p:attrName>ppt_y</p:attrName>
                                            </p:attrNameLst>
                                          </p:cBhvr>
                                          <p:tavLst>
                                            <p:tav tm="0">
                                              <p:val>
                                                <p:strVal val="#ppt_y"/>
                                              </p:val>
                                            </p:tav>
                                            <p:tav tm="100000">
                                              <p:val>
                                                <p:strVal val="#ppt_y"/>
                                              </p:val>
                                            </p:tav>
                                          </p:tavLst>
                                        </p:anim>
                                      </p:childTnLst>
                                    </p:cTn>
                                  </p:par>
                                  <p:par>
                                    <p:cTn id="65" presetID="2" presetClass="entr" presetSubtype="2" fill="hold" nodeType="withEffect" p14:presetBounceEnd="73333">
                                      <p:stCondLst>
                                        <p:cond delay="200"/>
                                      </p:stCondLst>
                                      <p:childTnLst>
                                        <p:set>
                                          <p:cBhvr>
                                            <p:cTn id="66" dur="1" fill="hold">
                                              <p:stCondLst>
                                                <p:cond delay="0"/>
                                              </p:stCondLst>
                                            </p:cTn>
                                            <p:tgtEl>
                                              <p:spTgt spid="9"/>
                                            </p:tgtEl>
                                            <p:attrNameLst>
                                              <p:attrName>style.visibility</p:attrName>
                                            </p:attrNameLst>
                                          </p:cBhvr>
                                          <p:to>
                                            <p:strVal val="visible"/>
                                          </p:to>
                                        </p:set>
                                        <p:anim calcmode="lin" valueType="num" p14:bounceEnd="73333">
                                          <p:cBhvr additive="base">
                                            <p:cTn id="67" dur="1500" fill="hold"/>
                                            <p:tgtEl>
                                              <p:spTgt spid="9"/>
                                            </p:tgtEl>
                                            <p:attrNameLst>
                                              <p:attrName>ppt_x</p:attrName>
                                            </p:attrNameLst>
                                          </p:cBhvr>
                                          <p:tavLst>
                                            <p:tav tm="0">
                                              <p:val>
                                                <p:strVal val="1+#ppt_w/2"/>
                                              </p:val>
                                            </p:tav>
                                            <p:tav tm="100000">
                                              <p:val>
                                                <p:strVal val="#ppt_x"/>
                                              </p:val>
                                            </p:tav>
                                          </p:tavLst>
                                        </p:anim>
                                        <p:anim calcmode="lin" valueType="num" p14:bounceEnd="73333">
                                          <p:cBhvr additive="base">
                                            <p:cTn id="6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6" grpId="0" animBg="1"/>
          <p:bldP spid="17" grpId="0"/>
          <p:bldP spid="18" grpId="0"/>
          <p:bldP spid="21" grpId="0" animBg="1"/>
          <p:bldP spid="22" grpId="0"/>
          <p:bldP spid="23" grpId="0"/>
          <p:bldP spid="31" grpId="0" animBg="1"/>
          <p:bldP spid="32" grpId="0"/>
          <p:bldP spid="3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500" fill="hold"/>
                                            <p:tgtEl>
                                              <p:spTgt spid="11"/>
                                            </p:tgtEl>
                                            <p:attrNameLst>
                                              <p:attrName>ppt_x</p:attrName>
                                            </p:attrNameLst>
                                          </p:cBhvr>
                                          <p:tavLst>
                                            <p:tav tm="0">
                                              <p:val>
                                                <p:strVal val="1+#ppt_w/2"/>
                                              </p:val>
                                            </p:tav>
                                            <p:tav tm="100000">
                                              <p:val>
                                                <p:strVal val="#ppt_x"/>
                                              </p:val>
                                            </p:tav>
                                          </p:tavLst>
                                        </p:anim>
                                        <p:anim calcmode="lin" valueType="num">
                                          <p:cBhvr additive="base">
                                            <p:cTn id="8" dur="1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500" fill="hold"/>
                                            <p:tgtEl>
                                              <p:spTgt spid="12"/>
                                            </p:tgtEl>
                                            <p:attrNameLst>
                                              <p:attrName>ppt_x</p:attrName>
                                            </p:attrNameLst>
                                          </p:cBhvr>
                                          <p:tavLst>
                                            <p:tav tm="0">
                                              <p:val>
                                                <p:strVal val="1+#ppt_w/2"/>
                                              </p:val>
                                            </p:tav>
                                            <p:tav tm="100000">
                                              <p:val>
                                                <p:strVal val="#ppt_x"/>
                                              </p:val>
                                            </p:tav>
                                          </p:tavLst>
                                        </p:anim>
                                        <p:anim calcmode="lin" valueType="num">
                                          <p:cBhvr additive="base">
                                            <p:cTn id="12" dur="1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1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500" fill="hold"/>
                                            <p:tgtEl>
                                              <p:spTgt spid="13"/>
                                            </p:tgtEl>
                                            <p:attrNameLst>
                                              <p:attrName>ppt_x</p:attrName>
                                            </p:attrNameLst>
                                          </p:cBhvr>
                                          <p:tavLst>
                                            <p:tav tm="0">
                                              <p:val>
                                                <p:strVal val="1+#ppt_w/2"/>
                                              </p:val>
                                            </p:tav>
                                            <p:tav tm="100000">
                                              <p:val>
                                                <p:strVal val="#ppt_x"/>
                                              </p:val>
                                            </p:tav>
                                          </p:tavLst>
                                        </p:anim>
                                        <p:anim calcmode="lin" valueType="num">
                                          <p:cBhvr additive="base">
                                            <p:cTn id="16" dur="1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1500" fill="hold"/>
                                            <p:tgtEl>
                                              <p:spTgt spid="16"/>
                                            </p:tgtEl>
                                            <p:attrNameLst>
                                              <p:attrName>ppt_x</p:attrName>
                                            </p:attrNameLst>
                                          </p:cBhvr>
                                          <p:tavLst>
                                            <p:tav tm="0">
                                              <p:val>
                                                <p:strVal val="1+#ppt_w/2"/>
                                              </p:val>
                                            </p:tav>
                                            <p:tav tm="100000">
                                              <p:val>
                                                <p:strVal val="#ppt_x"/>
                                              </p:val>
                                            </p:tav>
                                          </p:tavLst>
                                        </p:anim>
                                        <p:anim calcmode="lin" valueType="num">
                                          <p:cBhvr additive="base">
                                            <p:cTn id="20" dur="15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30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1500" fill="hold"/>
                                            <p:tgtEl>
                                              <p:spTgt spid="17"/>
                                            </p:tgtEl>
                                            <p:attrNameLst>
                                              <p:attrName>ppt_x</p:attrName>
                                            </p:attrNameLst>
                                          </p:cBhvr>
                                          <p:tavLst>
                                            <p:tav tm="0">
                                              <p:val>
                                                <p:strVal val="1+#ppt_w/2"/>
                                              </p:val>
                                            </p:tav>
                                            <p:tav tm="100000">
                                              <p:val>
                                                <p:strVal val="#ppt_x"/>
                                              </p:val>
                                            </p:tav>
                                          </p:tavLst>
                                        </p:anim>
                                        <p:anim calcmode="lin" valueType="num">
                                          <p:cBhvr additive="base">
                                            <p:cTn id="24" dur="1500" fill="hold"/>
                                            <p:tgtEl>
                                              <p:spTgt spid="17"/>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20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1500" fill="hold"/>
                                            <p:tgtEl>
                                              <p:spTgt spid="18"/>
                                            </p:tgtEl>
                                            <p:attrNameLst>
                                              <p:attrName>ppt_x</p:attrName>
                                            </p:attrNameLst>
                                          </p:cBhvr>
                                          <p:tavLst>
                                            <p:tav tm="0">
                                              <p:val>
                                                <p:strVal val="1+#ppt_w/2"/>
                                              </p:val>
                                            </p:tav>
                                            <p:tav tm="100000">
                                              <p:val>
                                                <p:strVal val="#ppt_x"/>
                                              </p:val>
                                            </p:tav>
                                          </p:tavLst>
                                        </p:anim>
                                        <p:anim calcmode="lin" valueType="num">
                                          <p:cBhvr additive="base">
                                            <p:cTn id="28" dur="1500" fill="hold"/>
                                            <p:tgtEl>
                                              <p:spTgt spid="18"/>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1500" fill="hold"/>
                                            <p:tgtEl>
                                              <p:spTgt spid="21"/>
                                            </p:tgtEl>
                                            <p:attrNameLst>
                                              <p:attrName>ppt_x</p:attrName>
                                            </p:attrNameLst>
                                          </p:cBhvr>
                                          <p:tavLst>
                                            <p:tav tm="0">
                                              <p:val>
                                                <p:strVal val="1+#ppt_w/2"/>
                                              </p:val>
                                            </p:tav>
                                            <p:tav tm="100000">
                                              <p:val>
                                                <p:strVal val="#ppt_x"/>
                                              </p:val>
                                            </p:tav>
                                          </p:tavLst>
                                        </p:anim>
                                        <p:anim calcmode="lin" valueType="num">
                                          <p:cBhvr additive="base">
                                            <p:cTn id="32" dur="1500" fill="hold"/>
                                            <p:tgtEl>
                                              <p:spTgt spid="21"/>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40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1500" fill="hold"/>
                                            <p:tgtEl>
                                              <p:spTgt spid="22"/>
                                            </p:tgtEl>
                                            <p:attrNameLst>
                                              <p:attrName>ppt_x</p:attrName>
                                            </p:attrNameLst>
                                          </p:cBhvr>
                                          <p:tavLst>
                                            <p:tav tm="0">
                                              <p:val>
                                                <p:strVal val="1+#ppt_w/2"/>
                                              </p:val>
                                            </p:tav>
                                            <p:tav tm="100000">
                                              <p:val>
                                                <p:strVal val="#ppt_x"/>
                                              </p:val>
                                            </p:tav>
                                          </p:tavLst>
                                        </p:anim>
                                        <p:anim calcmode="lin" valueType="num">
                                          <p:cBhvr additive="base">
                                            <p:cTn id="36" dur="15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30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1500" fill="hold"/>
                                            <p:tgtEl>
                                              <p:spTgt spid="23"/>
                                            </p:tgtEl>
                                            <p:attrNameLst>
                                              <p:attrName>ppt_x</p:attrName>
                                            </p:attrNameLst>
                                          </p:cBhvr>
                                          <p:tavLst>
                                            <p:tav tm="0">
                                              <p:val>
                                                <p:strVal val="1+#ppt_w/2"/>
                                              </p:val>
                                            </p:tav>
                                            <p:tav tm="100000">
                                              <p:val>
                                                <p:strVal val="#ppt_x"/>
                                              </p:val>
                                            </p:tav>
                                          </p:tavLst>
                                        </p:anim>
                                        <p:anim calcmode="lin" valueType="num">
                                          <p:cBhvr additive="base">
                                            <p:cTn id="40" dur="1500" fill="hold"/>
                                            <p:tgtEl>
                                              <p:spTgt spid="2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30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1500" fill="hold"/>
                                            <p:tgtEl>
                                              <p:spTgt spid="31"/>
                                            </p:tgtEl>
                                            <p:attrNameLst>
                                              <p:attrName>ppt_x</p:attrName>
                                            </p:attrNameLst>
                                          </p:cBhvr>
                                          <p:tavLst>
                                            <p:tav tm="0">
                                              <p:val>
                                                <p:strVal val="1+#ppt_w/2"/>
                                              </p:val>
                                            </p:tav>
                                            <p:tav tm="100000">
                                              <p:val>
                                                <p:strVal val="#ppt_x"/>
                                              </p:val>
                                            </p:tav>
                                          </p:tavLst>
                                        </p:anim>
                                        <p:anim calcmode="lin" valueType="num">
                                          <p:cBhvr additive="base">
                                            <p:cTn id="44" dur="1500" fill="hold"/>
                                            <p:tgtEl>
                                              <p:spTgt spid="31"/>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500"/>
                                      </p:stCondLst>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1500" fill="hold"/>
                                            <p:tgtEl>
                                              <p:spTgt spid="32"/>
                                            </p:tgtEl>
                                            <p:attrNameLst>
                                              <p:attrName>ppt_x</p:attrName>
                                            </p:attrNameLst>
                                          </p:cBhvr>
                                          <p:tavLst>
                                            <p:tav tm="0">
                                              <p:val>
                                                <p:strVal val="1+#ppt_w/2"/>
                                              </p:val>
                                            </p:tav>
                                            <p:tav tm="100000">
                                              <p:val>
                                                <p:strVal val="#ppt_x"/>
                                              </p:val>
                                            </p:tav>
                                          </p:tavLst>
                                        </p:anim>
                                        <p:anim calcmode="lin" valueType="num">
                                          <p:cBhvr additive="base">
                                            <p:cTn id="48" dur="1500" fill="hold"/>
                                            <p:tgtEl>
                                              <p:spTgt spid="32"/>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400"/>
                                      </p:stCondLst>
                                      <p:childTnLst>
                                        <p:set>
                                          <p:cBhvr>
                                            <p:cTn id="50" dur="1" fill="hold">
                                              <p:stCondLst>
                                                <p:cond delay="0"/>
                                              </p:stCondLst>
                                            </p:cTn>
                                            <p:tgtEl>
                                              <p:spTgt spid="33"/>
                                            </p:tgtEl>
                                            <p:attrNameLst>
                                              <p:attrName>style.visibility</p:attrName>
                                            </p:attrNameLst>
                                          </p:cBhvr>
                                          <p:to>
                                            <p:strVal val="visible"/>
                                          </p:to>
                                        </p:set>
                                        <p:anim calcmode="lin" valueType="num">
                                          <p:cBhvr additive="base">
                                            <p:cTn id="51" dur="1500" fill="hold"/>
                                            <p:tgtEl>
                                              <p:spTgt spid="33"/>
                                            </p:tgtEl>
                                            <p:attrNameLst>
                                              <p:attrName>ppt_x</p:attrName>
                                            </p:attrNameLst>
                                          </p:cBhvr>
                                          <p:tavLst>
                                            <p:tav tm="0">
                                              <p:val>
                                                <p:strVal val="1+#ppt_w/2"/>
                                              </p:val>
                                            </p:tav>
                                            <p:tav tm="100000">
                                              <p:val>
                                                <p:strVal val="#ppt_x"/>
                                              </p:val>
                                            </p:tav>
                                          </p:tavLst>
                                        </p:anim>
                                        <p:anim calcmode="lin" valueType="num">
                                          <p:cBhvr additive="base">
                                            <p:cTn id="52" dur="1500" fill="hold"/>
                                            <p:tgtEl>
                                              <p:spTgt spid="33"/>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100"/>
                                      </p:stCondLst>
                                      <p:childTnLst>
                                        <p:set>
                                          <p:cBhvr>
                                            <p:cTn id="54" dur="1" fill="hold">
                                              <p:stCondLst>
                                                <p:cond delay="0"/>
                                              </p:stCondLst>
                                            </p:cTn>
                                            <p:tgtEl>
                                              <p:spTgt spid="25"/>
                                            </p:tgtEl>
                                            <p:attrNameLst>
                                              <p:attrName>style.visibility</p:attrName>
                                            </p:attrNameLst>
                                          </p:cBhvr>
                                          <p:to>
                                            <p:strVal val="visible"/>
                                          </p:to>
                                        </p:set>
                                        <p:anim calcmode="lin" valueType="num">
                                          <p:cBhvr additive="base">
                                            <p:cTn id="55" dur="1500" fill="hold"/>
                                            <p:tgtEl>
                                              <p:spTgt spid="25"/>
                                            </p:tgtEl>
                                            <p:attrNameLst>
                                              <p:attrName>ppt_x</p:attrName>
                                            </p:attrNameLst>
                                          </p:cBhvr>
                                          <p:tavLst>
                                            <p:tav tm="0">
                                              <p:val>
                                                <p:strVal val="1+#ppt_w/2"/>
                                              </p:val>
                                            </p:tav>
                                            <p:tav tm="100000">
                                              <p:val>
                                                <p:strVal val="#ppt_x"/>
                                              </p:val>
                                            </p:tav>
                                          </p:tavLst>
                                        </p:anim>
                                        <p:anim calcmode="lin" valueType="num">
                                          <p:cBhvr additive="base">
                                            <p:cTn id="56" dur="1500" fill="hold"/>
                                            <p:tgtEl>
                                              <p:spTgt spid="25"/>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40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1500" fill="hold"/>
                                            <p:tgtEl>
                                              <p:spTgt spid="15"/>
                                            </p:tgtEl>
                                            <p:attrNameLst>
                                              <p:attrName>ppt_x</p:attrName>
                                            </p:attrNameLst>
                                          </p:cBhvr>
                                          <p:tavLst>
                                            <p:tav tm="0">
                                              <p:val>
                                                <p:strVal val="1+#ppt_w/2"/>
                                              </p:val>
                                            </p:tav>
                                            <p:tav tm="100000">
                                              <p:val>
                                                <p:strVal val="#ppt_x"/>
                                              </p:val>
                                            </p:tav>
                                          </p:tavLst>
                                        </p:anim>
                                        <p:anim calcmode="lin" valueType="num">
                                          <p:cBhvr additive="base">
                                            <p:cTn id="60" dur="1500" fill="hold"/>
                                            <p:tgtEl>
                                              <p:spTgt spid="15"/>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100"/>
                                      </p:stCondLst>
                                      <p:childTnLst>
                                        <p:set>
                                          <p:cBhvr>
                                            <p:cTn id="62" dur="1" fill="hold">
                                              <p:stCondLst>
                                                <p:cond delay="0"/>
                                              </p:stCondLst>
                                            </p:cTn>
                                            <p:tgtEl>
                                              <p:spTgt spid="7"/>
                                            </p:tgtEl>
                                            <p:attrNameLst>
                                              <p:attrName>style.visibility</p:attrName>
                                            </p:attrNameLst>
                                          </p:cBhvr>
                                          <p:to>
                                            <p:strVal val="visible"/>
                                          </p:to>
                                        </p:set>
                                        <p:anim calcmode="lin" valueType="num">
                                          <p:cBhvr additive="base">
                                            <p:cTn id="63" dur="1500" fill="hold"/>
                                            <p:tgtEl>
                                              <p:spTgt spid="7"/>
                                            </p:tgtEl>
                                            <p:attrNameLst>
                                              <p:attrName>ppt_x</p:attrName>
                                            </p:attrNameLst>
                                          </p:cBhvr>
                                          <p:tavLst>
                                            <p:tav tm="0">
                                              <p:val>
                                                <p:strVal val="1+#ppt_w/2"/>
                                              </p:val>
                                            </p:tav>
                                            <p:tav tm="100000">
                                              <p:val>
                                                <p:strVal val="#ppt_x"/>
                                              </p:val>
                                            </p:tav>
                                          </p:tavLst>
                                        </p:anim>
                                        <p:anim calcmode="lin" valueType="num">
                                          <p:cBhvr additive="base">
                                            <p:cTn id="64" dur="1500" fill="hold"/>
                                            <p:tgtEl>
                                              <p:spTgt spid="7"/>
                                            </p:tgtEl>
                                            <p:attrNameLst>
                                              <p:attrName>ppt_y</p:attrName>
                                            </p:attrNameLst>
                                          </p:cBhvr>
                                          <p:tavLst>
                                            <p:tav tm="0">
                                              <p:val>
                                                <p:strVal val="#ppt_y"/>
                                              </p:val>
                                            </p:tav>
                                            <p:tav tm="100000">
                                              <p:val>
                                                <p:strVal val="#ppt_y"/>
                                              </p:val>
                                            </p:tav>
                                          </p:tavLst>
                                        </p:anim>
                                      </p:childTnLst>
                                    </p:cTn>
                                  </p:par>
                                  <p:par>
                                    <p:cTn id="65" presetID="2" presetClass="entr" presetSubtype="2" fill="hold" nodeType="withEffect">
                                      <p:stCondLst>
                                        <p:cond delay="200"/>
                                      </p:stCondLst>
                                      <p:childTnLst>
                                        <p:set>
                                          <p:cBhvr>
                                            <p:cTn id="66" dur="1" fill="hold">
                                              <p:stCondLst>
                                                <p:cond delay="0"/>
                                              </p:stCondLst>
                                            </p:cTn>
                                            <p:tgtEl>
                                              <p:spTgt spid="9"/>
                                            </p:tgtEl>
                                            <p:attrNameLst>
                                              <p:attrName>style.visibility</p:attrName>
                                            </p:attrNameLst>
                                          </p:cBhvr>
                                          <p:to>
                                            <p:strVal val="visible"/>
                                          </p:to>
                                        </p:set>
                                        <p:anim calcmode="lin" valueType="num">
                                          <p:cBhvr additive="base">
                                            <p:cTn id="67" dur="1500" fill="hold"/>
                                            <p:tgtEl>
                                              <p:spTgt spid="9"/>
                                            </p:tgtEl>
                                            <p:attrNameLst>
                                              <p:attrName>ppt_x</p:attrName>
                                            </p:attrNameLst>
                                          </p:cBhvr>
                                          <p:tavLst>
                                            <p:tav tm="0">
                                              <p:val>
                                                <p:strVal val="1+#ppt_w/2"/>
                                              </p:val>
                                            </p:tav>
                                            <p:tav tm="100000">
                                              <p:val>
                                                <p:strVal val="#ppt_x"/>
                                              </p:val>
                                            </p:tav>
                                          </p:tavLst>
                                        </p:anim>
                                        <p:anim calcmode="lin" valueType="num">
                                          <p:cBhvr additive="base">
                                            <p:cTn id="6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6" grpId="0" animBg="1"/>
          <p:bldP spid="17" grpId="0"/>
          <p:bldP spid="18" grpId="0"/>
          <p:bldP spid="21" grpId="0" animBg="1"/>
          <p:bldP spid="22" grpId="0"/>
          <p:bldP spid="23" grpId="0"/>
          <p:bldP spid="31" grpId="0" animBg="1"/>
          <p:bldP spid="32" grpId="0"/>
          <p:bldP spid="33"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095B-35A9-0B93-9C9F-E02DA5D0A876}"/>
            </a:ext>
          </a:extLst>
        </p:cNvPr>
        <p:cNvGrpSpPr/>
        <p:nvPr/>
      </p:nvGrpSpPr>
      <p:grpSpPr>
        <a:xfrm>
          <a:off x="0" y="0"/>
          <a:ext cx="0" cy="0"/>
          <a:chOff x="0" y="0"/>
          <a:chExt cx="0" cy="0"/>
        </a:xfrm>
      </p:grpSpPr>
      <p:pic>
        <p:nvPicPr>
          <p:cNvPr id="1026" name="Picture 2" descr="George Mason University Unveils New Logo and Brand Identity">
            <a:extLst>
              <a:ext uri="{FF2B5EF4-FFF2-40B4-BE49-F238E27FC236}">
                <a16:creationId xmlns:a16="http://schemas.microsoft.com/office/drawing/2014/main" id="{35406CDA-42A2-85BD-97F3-B59499EED4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5213" y="409074"/>
            <a:ext cx="2031961" cy="11429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logo&#10;&#10;Description automatically generated">
            <a:extLst>
              <a:ext uri="{FF2B5EF4-FFF2-40B4-BE49-F238E27FC236}">
                <a16:creationId xmlns:a16="http://schemas.microsoft.com/office/drawing/2014/main" id="{A46CFBF7-F0C9-2CEF-0CB6-615F612DC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9723" y="-104688"/>
            <a:ext cx="4559518" cy="2676437"/>
          </a:xfrm>
          <a:prstGeom prst="rect">
            <a:avLst/>
          </a:prstGeom>
        </p:spPr>
      </p:pic>
      <p:sp>
        <p:nvSpPr>
          <p:cNvPr id="8" name="TextBox 7">
            <a:extLst>
              <a:ext uri="{FF2B5EF4-FFF2-40B4-BE49-F238E27FC236}">
                <a16:creationId xmlns:a16="http://schemas.microsoft.com/office/drawing/2014/main" id="{8D67F39A-39D5-377B-0B5F-4359B1CF6CC3}"/>
              </a:ext>
            </a:extLst>
          </p:cNvPr>
          <p:cNvSpPr txBox="1"/>
          <p:nvPr/>
        </p:nvSpPr>
        <p:spPr>
          <a:xfrm>
            <a:off x="3665264" y="938142"/>
            <a:ext cx="386644" cy="461665"/>
          </a:xfrm>
          <a:prstGeom prst="rect">
            <a:avLst/>
          </a:prstGeom>
          <a:noFill/>
        </p:spPr>
        <p:txBody>
          <a:bodyPr wrap="none" rtlCol="0">
            <a:spAutoFit/>
          </a:bodyPr>
          <a:lstStyle/>
          <a:p>
            <a:r>
              <a:rPr lang="en-US" sz="2400" b="1" dirty="0">
                <a:solidFill>
                  <a:schemeClr val="tx2"/>
                </a:solidFill>
              </a:rPr>
              <a:t>X</a:t>
            </a:r>
          </a:p>
        </p:txBody>
      </p:sp>
      <p:sp>
        <p:nvSpPr>
          <p:cNvPr id="9" name="TextBox 8">
            <a:extLst>
              <a:ext uri="{FF2B5EF4-FFF2-40B4-BE49-F238E27FC236}">
                <a16:creationId xmlns:a16="http://schemas.microsoft.com/office/drawing/2014/main" id="{6D3F39DA-1BDE-CCF5-4CCC-37B802F6EE71}"/>
              </a:ext>
            </a:extLst>
          </p:cNvPr>
          <p:cNvSpPr txBox="1"/>
          <p:nvPr/>
        </p:nvSpPr>
        <p:spPr>
          <a:xfrm>
            <a:off x="1352014" y="2247360"/>
            <a:ext cx="6666888" cy="1123384"/>
          </a:xfrm>
          <a:prstGeom prst="rect">
            <a:avLst/>
          </a:prstGeom>
          <a:noFill/>
        </p:spPr>
        <p:txBody>
          <a:bodyPr wrap="square" rtlCol="0">
            <a:spAutoFit/>
          </a:bodyPr>
          <a:lstStyle/>
          <a:p>
            <a:pPr algn="ctr"/>
            <a:r>
              <a:rPr lang="en-US" sz="2800" b="1" dirty="0">
                <a:solidFill>
                  <a:schemeClr val="bg1"/>
                </a:solidFill>
              </a:rPr>
              <a:t>Not a GMU student? No problem.</a:t>
            </a:r>
            <a:br>
              <a:rPr lang="en-US" sz="700" b="1" dirty="0">
                <a:solidFill>
                  <a:schemeClr val="bg1"/>
                </a:solidFill>
              </a:rPr>
            </a:br>
            <a:br>
              <a:rPr lang="en-US" sz="700" b="1" dirty="0">
                <a:solidFill>
                  <a:schemeClr val="bg1"/>
                </a:solidFill>
              </a:rPr>
            </a:br>
            <a:br>
              <a:rPr lang="en-US" sz="1000" dirty="0">
                <a:solidFill>
                  <a:schemeClr val="bg1"/>
                </a:solidFill>
              </a:rPr>
            </a:br>
            <a:r>
              <a:rPr lang="en-US" sz="1100" dirty="0">
                <a:solidFill>
                  <a:schemeClr val="bg1"/>
                </a:solidFill>
              </a:rPr>
              <a:t>During this seminar, RIGHT NOW, we will </a:t>
            </a:r>
            <a:r>
              <a:rPr lang="en-US" sz="1100" b="1" dirty="0">
                <a:solidFill>
                  <a:schemeClr val="bg1"/>
                </a:solidFill>
              </a:rPr>
              <a:t>build a publicly available </a:t>
            </a:r>
            <a:r>
              <a:rPr lang="en-US" sz="1100" b="1" dirty="0" err="1">
                <a:solidFill>
                  <a:schemeClr val="bg1"/>
                </a:solidFill>
              </a:rPr>
              <a:t>PatriotAI</a:t>
            </a:r>
            <a:r>
              <a:rPr lang="en-US" sz="1100" b="1" dirty="0">
                <a:solidFill>
                  <a:schemeClr val="bg1"/>
                </a:solidFill>
              </a:rPr>
              <a:t> agent</a:t>
            </a:r>
            <a:r>
              <a:rPr lang="en-US" sz="1100" dirty="0">
                <a:solidFill>
                  <a:schemeClr val="bg1"/>
                </a:solidFill>
              </a:rPr>
              <a:t> that </a:t>
            </a:r>
            <a:r>
              <a:rPr lang="en-US" sz="1100" i="1" dirty="0">
                <a:solidFill>
                  <a:schemeClr val="bg1"/>
                </a:solidFill>
              </a:rPr>
              <a:t>any participant</a:t>
            </a:r>
            <a:r>
              <a:rPr lang="en-US" sz="1100" dirty="0">
                <a:solidFill>
                  <a:schemeClr val="bg1"/>
                </a:solidFill>
              </a:rPr>
              <a:t> can use during the hackathon—making this track accessible to everyone.</a:t>
            </a:r>
            <a:endParaRPr lang="en-US" sz="1000" b="1" dirty="0">
              <a:solidFill>
                <a:schemeClr val="bg1"/>
              </a:solidFill>
            </a:endParaRPr>
          </a:p>
        </p:txBody>
      </p:sp>
    </p:spTree>
    <p:extLst>
      <p:ext uri="{BB962C8B-B14F-4D97-AF65-F5344CB8AC3E}">
        <p14:creationId xmlns:p14="http://schemas.microsoft.com/office/powerpoint/2010/main" val="3237218681"/>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73333">
                                      <p:stCondLst>
                                        <p:cond delay="300"/>
                                      </p:stCondLst>
                                      <p:childTnLst>
                                        <p:set>
                                          <p:cBhvr>
                                            <p:cTn id="6" dur="1" fill="hold">
                                              <p:stCondLst>
                                                <p:cond delay="0"/>
                                              </p:stCondLst>
                                            </p:cTn>
                                            <p:tgtEl>
                                              <p:spTgt spid="6"/>
                                            </p:tgtEl>
                                            <p:attrNameLst>
                                              <p:attrName>style.visibility</p:attrName>
                                            </p:attrNameLst>
                                          </p:cBhvr>
                                          <p:to>
                                            <p:strVal val="visible"/>
                                          </p:to>
                                        </p:set>
                                        <p:anim calcmode="lin" valueType="num" p14:bounceEnd="73333">
                                          <p:cBhvr additive="base">
                                            <p:cTn id="7" dur="1500" fill="hold"/>
                                            <p:tgtEl>
                                              <p:spTgt spid="6"/>
                                            </p:tgtEl>
                                            <p:attrNameLst>
                                              <p:attrName>ppt_x</p:attrName>
                                            </p:attrNameLst>
                                          </p:cBhvr>
                                          <p:tavLst>
                                            <p:tav tm="0">
                                              <p:val>
                                                <p:strVal val="#ppt_x"/>
                                              </p:val>
                                            </p:tav>
                                            <p:tav tm="100000">
                                              <p:val>
                                                <p:strVal val="#ppt_x"/>
                                              </p:val>
                                            </p:tav>
                                          </p:tavLst>
                                        </p:anim>
                                        <p:anim calcmode="lin" valueType="num" p14:bounceEnd="73333">
                                          <p:cBhvr additive="base">
                                            <p:cTn id="8" dur="1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3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ppt_x"/>
                                              </p:val>
                                            </p:tav>
                                            <p:tav tm="100000">
                                              <p:val>
                                                <p:strVal val="#ppt_x"/>
                                              </p:val>
                                            </p:tav>
                                          </p:tavLst>
                                        </p:anim>
                                        <p:anim calcmode="lin" valueType="num">
                                          <p:cBhvr additive="base">
                                            <p:cTn id="8" dur="1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BFDD-6F7B-A40C-DCBC-2AB3EBA53C2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317511D-24C9-75D8-AC95-46E713848160}"/>
              </a:ext>
            </a:extLst>
          </p:cNvPr>
          <p:cNvSpPr txBox="1"/>
          <p:nvPr/>
        </p:nvSpPr>
        <p:spPr>
          <a:xfrm>
            <a:off x="545957" y="1860801"/>
            <a:ext cx="5192127" cy="1754326"/>
          </a:xfrm>
          <a:prstGeom prst="rect">
            <a:avLst/>
          </a:prstGeom>
          <a:noFill/>
        </p:spPr>
        <p:txBody>
          <a:bodyPr wrap="square" rtlCol="0">
            <a:spAutoFit/>
          </a:bodyPr>
          <a:lstStyle/>
          <a:p>
            <a:r>
              <a:rPr lang="en-US" sz="3600" b="1" dirty="0" err="1">
                <a:solidFill>
                  <a:schemeClr val="tx2"/>
                </a:solidFill>
              </a:rPr>
              <a:t>PatriotAI</a:t>
            </a:r>
            <a:r>
              <a:rPr lang="en-US" sz="3600" b="1" dirty="0">
                <a:solidFill>
                  <a:schemeClr val="tx2"/>
                </a:solidFill>
              </a:rPr>
              <a:t> GMU </a:t>
            </a:r>
          </a:p>
          <a:p>
            <a:r>
              <a:rPr lang="en-US" sz="3600" b="1" dirty="0">
                <a:solidFill>
                  <a:schemeClr val="tx2"/>
                </a:solidFill>
              </a:rPr>
              <a:t>Student</a:t>
            </a:r>
            <a:br>
              <a:rPr lang="en-US" sz="3600" b="1" dirty="0">
                <a:solidFill>
                  <a:schemeClr val="tx2"/>
                </a:solidFill>
              </a:rPr>
            </a:br>
            <a:r>
              <a:rPr lang="en-US" sz="3600" b="1" dirty="0">
                <a:solidFill>
                  <a:schemeClr val="tx2"/>
                </a:solidFill>
              </a:rPr>
              <a:t>Access</a:t>
            </a:r>
          </a:p>
        </p:txBody>
      </p:sp>
      <p:pic>
        <p:nvPicPr>
          <p:cNvPr id="3" name="Picture 2">
            <a:extLst>
              <a:ext uri="{FF2B5EF4-FFF2-40B4-BE49-F238E27FC236}">
                <a16:creationId xmlns:a16="http://schemas.microsoft.com/office/drawing/2014/main" id="{2A0E0422-13E8-D7EA-97EF-3EA14C543A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59795" y="43086"/>
            <a:ext cx="3915160" cy="5100413"/>
          </a:xfrm>
          <a:prstGeom prst="rect">
            <a:avLst/>
          </a:prstGeom>
        </p:spPr>
      </p:pic>
    </p:spTree>
    <p:extLst>
      <p:ext uri="{BB962C8B-B14F-4D97-AF65-F5344CB8AC3E}">
        <p14:creationId xmlns:p14="http://schemas.microsoft.com/office/powerpoint/2010/main" val="1279697334"/>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7BB5-C2F7-9C23-2F85-EE1E22DCA6B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10F6FE3-C07B-E09B-C0C0-4E05AD4B22F0}"/>
              </a:ext>
            </a:extLst>
          </p:cNvPr>
          <p:cNvSpPr txBox="1"/>
          <p:nvPr/>
        </p:nvSpPr>
        <p:spPr>
          <a:xfrm>
            <a:off x="756604" y="2270126"/>
            <a:ext cx="5192127" cy="646331"/>
          </a:xfrm>
          <a:prstGeom prst="rect">
            <a:avLst/>
          </a:prstGeom>
          <a:noFill/>
        </p:spPr>
        <p:txBody>
          <a:bodyPr wrap="square" rtlCol="0">
            <a:spAutoFit/>
          </a:bodyPr>
          <a:lstStyle/>
          <a:p>
            <a:r>
              <a:rPr lang="en-US" sz="3600" b="1" dirty="0" err="1">
                <a:solidFill>
                  <a:schemeClr val="tx2"/>
                </a:solidFill>
              </a:rPr>
              <a:t>PatriotAI</a:t>
            </a:r>
            <a:r>
              <a:rPr lang="en-US" sz="3600" b="1" dirty="0">
                <a:solidFill>
                  <a:schemeClr val="tx2"/>
                </a:solidFill>
              </a:rPr>
              <a:t> for All</a:t>
            </a:r>
          </a:p>
        </p:txBody>
      </p:sp>
      <p:pic>
        <p:nvPicPr>
          <p:cNvPr id="3" name="Picture 2">
            <a:extLst>
              <a:ext uri="{FF2B5EF4-FFF2-40B4-BE49-F238E27FC236}">
                <a16:creationId xmlns:a16="http://schemas.microsoft.com/office/drawing/2014/main" id="{B6827747-11B6-4032-A070-95954C156B5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59795" y="43086"/>
            <a:ext cx="3915159" cy="5100413"/>
          </a:xfrm>
          <a:prstGeom prst="rect">
            <a:avLst/>
          </a:prstGeom>
        </p:spPr>
      </p:pic>
    </p:spTree>
    <p:extLst>
      <p:ext uri="{BB962C8B-B14F-4D97-AF65-F5344CB8AC3E}">
        <p14:creationId xmlns:p14="http://schemas.microsoft.com/office/powerpoint/2010/main" val="1647876300"/>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F287-95C0-A1BA-6220-3D821BA7CE9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09A9C49-8CB5-6F26-926F-A3615E92FA70}"/>
              </a:ext>
            </a:extLst>
          </p:cNvPr>
          <p:cNvSpPr txBox="1"/>
          <p:nvPr/>
        </p:nvSpPr>
        <p:spPr>
          <a:xfrm>
            <a:off x="1335883" y="2248583"/>
            <a:ext cx="2595775" cy="646331"/>
          </a:xfrm>
          <a:prstGeom prst="rect">
            <a:avLst/>
          </a:prstGeom>
          <a:noFill/>
        </p:spPr>
        <p:txBody>
          <a:bodyPr wrap="none" rtlCol="0">
            <a:spAutoFit/>
          </a:bodyPr>
          <a:lstStyle/>
          <a:p>
            <a:r>
              <a:rPr lang="en-US" sz="3600" b="1" dirty="0">
                <a:solidFill>
                  <a:schemeClr val="tx2"/>
                </a:solidFill>
              </a:rPr>
              <a:t>Thank You!</a:t>
            </a:r>
          </a:p>
        </p:txBody>
      </p:sp>
      <p:pic>
        <p:nvPicPr>
          <p:cNvPr id="9" name="Picture 8">
            <a:extLst>
              <a:ext uri="{FF2B5EF4-FFF2-40B4-BE49-F238E27FC236}">
                <a16:creationId xmlns:a16="http://schemas.microsoft.com/office/drawing/2014/main" id="{93965C19-62C5-7764-EBB8-E26F7EEEEE96}"/>
              </a:ext>
            </a:extLst>
          </p:cNvPr>
          <p:cNvPicPr>
            <a:picLocks noChangeAspect="1"/>
          </p:cNvPicPr>
          <p:nvPr/>
        </p:nvPicPr>
        <p:blipFill rotWithShape="1">
          <a:blip r:embed="rId3"/>
          <a:srcRect l="1607" t="526" b="2302"/>
          <a:stretch/>
        </p:blipFill>
        <p:spPr>
          <a:xfrm>
            <a:off x="5588327" y="31674"/>
            <a:ext cx="3555673" cy="5080151"/>
          </a:xfrm>
          <a:prstGeom prst="rect">
            <a:avLst/>
          </a:prstGeom>
        </p:spPr>
      </p:pic>
    </p:spTree>
    <p:extLst>
      <p:ext uri="{BB962C8B-B14F-4D97-AF65-F5344CB8AC3E}">
        <p14:creationId xmlns:p14="http://schemas.microsoft.com/office/powerpoint/2010/main" val="303527662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theme/theme1.xml><?xml version="1.0" encoding="utf-8"?>
<a:theme xmlns:a="http://schemas.openxmlformats.org/drawingml/2006/main" name="GENARAL LAYOUTS">
  <a:themeElements>
    <a:clrScheme name="CFBrand3Dark">
      <a:dk1>
        <a:srgbClr val="171C30"/>
      </a:dk1>
      <a:lt1>
        <a:srgbClr val="FFFFFF"/>
      </a:lt1>
      <a:dk2>
        <a:srgbClr val="BFBFBF"/>
      </a:dk2>
      <a:lt2>
        <a:srgbClr val="F2F2F5"/>
      </a:lt2>
      <a:accent1>
        <a:srgbClr val="A595C9"/>
      </a:accent1>
      <a:accent2>
        <a:srgbClr val="8C98CE"/>
      </a:accent2>
      <a:accent3>
        <a:srgbClr val="4759A7"/>
      </a:accent3>
      <a:accent4>
        <a:srgbClr val="35427D"/>
      </a:accent4>
      <a:accent5>
        <a:srgbClr val="6B52A2"/>
      </a:accent5>
      <a:accent6>
        <a:srgbClr val="503D79"/>
      </a:accent6>
      <a:hlink>
        <a:srgbClr val="6E67FF"/>
      </a:hlink>
      <a:folHlink>
        <a:srgbClr val="EE376C"/>
      </a:folHlink>
    </a:clrScheme>
    <a:fontScheme name="BroadyCFMain">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sq">
          <a:solidFill>
            <a:schemeClr val="accent4"/>
          </a:solidFill>
          <a:beve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a:solidFill>
              <a:schemeClr val="tx2"/>
            </a:solidFill>
          </a:defRPr>
        </a:defPPr>
      </a:lstStyle>
    </a:txDef>
  </a:objectDefaults>
  <a:extraClrSchemeLst/>
  <a:extLst>
    <a:ext uri="{05A4C25C-085E-4340-85A3-A5531E510DB2}">
      <thm15:themeFamily xmlns:thm15="http://schemas.microsoft.com/office/thememl/2012/main" name="Cloudforce Full PMO Template - Dark" id="{75415B5F-FBEB-4062-A671-49B6639E4476}" vid="{2B6EB519-84FB-4425-AF14-4E13959099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2326ABC81572F4081195AA307DEA8FB" ma:contentTypeVersion="19" ma:contentTypeDescription="Create a new document." ma:contentTypeScope="" ma:versionID="17f35fa32d3e27206e7d3ed5ed33d230">
  <xsd:schema xmlns:xsd="http://www.w3.org/2001/XMLSchema" xmlns:xs="http://www.w3.org/2001/XMLSchema" xmlns:p="http://schemas.microsoft.com/office/2006/metadata/properties" xmlns:ns3="f24d0c43-5871-489f-9fed-9985831db947" xmlns:ns4="0e358df4-973f-4209-87f3-e5234af26a4a" targetNamespace="http://schemas.microsoft.com/office/2006/metadata/properties" ma:root="true" ma:fieldsID="889194b424e97794ef827110a43e8796" ns3:_="" ns4:_="">
    <xsd:import namespace="f24d0c43-5871-489f-9fed-9985831db947"/>
    <xsd:import namespace="0e358df4-973f-4209-87f3-e5234af26a4a"/>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d0c43-5871-489f-9fed-9985831db9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e358df4-973f-4209-87f3-e5234af26a4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24d0c43-5871-489f-9fed-9985831db947" xsi:nil="true"/>
  </documentManagement>
</p:properties>
</file>

<file path=customXml/itemProps1.xml><?xml version="1.0" encoding="utf-8"?>
<ds:datastoreItem xmlns:ds="http://schemas.openxmlformats.org/officeDocument/2006/customXml" ds:itemID="{74C4EA2D-2D16-4690-9A05-C986BB3F0C1C}">
  <ds:schemaRefs>
    <ds:schemaRef ds:uri="http://schemas.microsoft.com/sharepoint/v3/contenttype/forms"/>
  </ds:schemaRefs>
</ds:datastoreItem>
</file>

<file path=customXml/itemProps2.xml><?xml version="1.0" encoding="utf-8"?>
<ds:datastoreItem xmlns:ds="http://schemas.openxmlformats.org/officeDocument/2006/customXml" ds:itemID="{1B381A1C-C639-43CD-B4F9-EEBCF7C8E639}">
  <ds:schemaRefs>
    <ds:schemaRef ds:uri="0e358df4-973f-4209-87f3-e5234af26a4a"/>
    <ds:schemaRef ds:uri="f24d0c43-5871-489f-9fed-9985831db9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12BEB58-AD6F-407F-BCF0-4064D4C1BA2C}">
  <ds:schemaRefs>
    <ds:schemaRef ds:uri="0e358df4-973f-4209-87f3-e5234af26a4a"/>
    <ds:schemaRef ds:uri="f24d0c43-5871-489f-9fed-9985831db94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b572f1f-8060-4c6f-8930-959516ef01df}" enabled="1" method="Privileged" siteId="{c85487db-d5f3-45e1-9158-876d58525ccf}" removed="0"/>
</clbl:labelList>
</file>

<file path=docProps/app.xml><?xml version="1.0" encoding="utf-8"?>
<Properties xmlns="http://schemas.openxmlformats.org/officeDocument/2006/extended-properties" xmlns:vt="http://schemas.openxmlformats.org/officeDocument/2006/docPropsVTypes">
  <Template/>
  <TotalTime>1655</TotalTime>
  <Words>1616</Words>
  <Application>Microsoft Office PowerPoint</Application>
  <PresentationFormat>On-screen Show (16:9)</PresentationFormat>
  <Paragraphs>122</Paragraphs>
  <Slides>11</Slides>
  <Notes>8</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Segoe UI</vt:lpstr>
      <vt:lpstr>Segoe UI Semibold</vt:lpstr>
      <vt:lpstr>Source Sans Pro Black</vt:lpstr>
      <vt:lpstr>GENARAL LAYOUTS</vt:lpstr>
      <vt:lpstr>How to Win The Cloudforce-Microsoft Track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Harding</dc:creator>
  <cp:lastModifiedBy>Kamal Cunningham</cp:lastModifiedBy>
  <cp:revision>4</cp:revision>
  <cp:lastPrinted>2025-09-17T16:24:01Z</cp:lastPrinted>
  <dcterms:created xsi:type="dcterms:W3CDTF">2025-09-11T11:54:24Z</dcterms:created>
  <dcterms:modified xsi:type="dcterms:W3CDTF">2026-02-14T16:29:01Z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0x01010072326ABC81572F4081195AA307DEA8FB</vt:lpwstr>
  </property>
  <property fmtid="{D5CDD505-2E9C-101B-9397-08002B2CF9AE}" pid="3" name="MediaServiceImageTags">
    <vt:lpwstr/>
  </property>
</Properties>
</file>